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4" r:id="rId4"/>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oboto"/>
      <p:regular r:id="rId17"/>
      <p:bold r:id="rId18"/>
      <p:italic r:id="rId19"/>
      <p:boldItalic r:id="rId20"/>
    </p:embeddedFont>
    <p:embeddedFont>
      <p:font typeface="Montserrat"/>
      <p:regular r:id="rId21"/>
      <p:bold r:id="rId22"/>
      <p:italic r:id="rId23"/>
      <p:boldItalic r:id="rId24"/>
    </p:embeddedFont>
    <p:embeddedFont>
      <p:font typeface="Inter"/>
      <p:regular r:id="rId25"/>
      <p:bold r:id="rId26"/>
      <p:italic r:id="rId27"/>
      <p:boldItalic r:id="rId28"/>
    </p:embeddedFont>
    <p:embeddedFont>
      <p:font typeface="Open Sans Medium"/>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4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Medium-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Medium-italic.fntdata"/><Relationship Id="rId30" Type="http://schemas.openxmlformats.org/officeDocument/2006/relationships/font" Target="fonts/OpenSansMedium-bold.fntdata"/><Relationship Id="rId11" Type="http://schemas.openxmlformats.org/officeDocument/2006/relationships/slide" Target="slides/slide5.xml"/><Relationship Id="rId33" Type="http://schemas.openxmlformats.org/officeDocument/2006/relationships/font" Target="fonts/OpenSans-regular.fntdata"/><Relationship Id="rId10" Type="http://schemas.openxmlformats.org/officeDocument/2006/relationships/slide" Target="slides/slide4.xml"/><Relationship Id="rId32" Type="http://schemas.openxmlformats.org/officeDocument/2006/relationships/font" Target="fonts/OpenSansMedium-boldItalic.fntdata"/><Relationship Id="rId13" Type="http://schemas.openxmlformats.org/officeDocument/2006/relationships/slide" Target="slides/slide7.xml"/><Relationship Id="rId35" Type="http://schemas.openxmlformats.org/officeDocument/2006/relationships/font" Target="fonts/OpenSans-italic.fntdata"/><Relationship Id="rId12" Type="http://schemas.openxmlformats.org/officeDocument/2006/relationships/slide" Target="slides/slide6.xml"/><Relationship Id="rId34" Type="http://schemas.openxmlformats.org/officeDocument/2006/relationships/font" Target="fonts/Open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OpenSans-boldItalic.fntdata"/><Relationship Id="rId17" Type="http://schemas.openxmlformats.org/officeDocument/2006/relationships/font" Target="fonts/Roboto-regular.fntdata"/><Relationship Id="rId16" Type="http://schemas.openxmlformats.org/officeDocument/2006/relationships/slide" Target="slides/slide10.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400" u="none" cap="none" strike="noStrike">
                <a:latin typeface="Arial"/>
                <a:ea typeface="Arial"/>
                <a:cs typeface="Arial"/>
                <a:sym typeface="Arial"/>
              </a:defRPr>
            </a:lvl1pPr>
            <a:lvl2pPr indent="-228600" lvl="1" marL="914400" marR="0" rtl="0" algn="l">
              <a:spcBef>
                <a:spcPts val="0"/>
              </a:spcBef>
              <a:spcAft>
                <a:spcPts val="0"/>
              </a:spcAft>
              <a:buSzPts val="1400"/>
              <a:buNone/>
              <a:defRPr b="0" i="0" sz="1400" u="none" cap="none" strike="noStrike">
                <a:latin typeface="Arial"/>
                <a:ea typeface="Arial"/>
                <a:cs typeface="Arial"/>
                <a:sym typeface="Arial"/>
              </a:defRPr>
            </a:lvl2pPr>
            <a:lvl3pPr indent="-228600" lvl="2" marL="1371600" marR="0" rtl="0" algn="l">
              <a:spcBef>
                <a:spcPts val="0"/>
              </a:spcBef>
              <a:spcAft>
                <a:spcPts val="0"/>
              </a:spcAft>
              <a:buSzPts val="1400"/>
              <a:buNone/>
              <a:defRPr b="0" i="0" sz="1400" u="none" cap="none" strike="noStrike">
                <a:latin typeface="Arial"/>
                <a:ea typeface="Arial"/>
                <a:cs typeface="Arial"/>
                <a:sym typeface="Arial"/>
              </a:defRPr>
            </a:lvl3pPr>
            <a:lvl4pPr indent="-228600" lvl="3" marL="1828800" marR="0" rtl="0" algn="l">
              <a:spcBef>
                <a:spcPts val="0"/>
              </a:spcBef>
              <a:spcAft>
                <a:spcPts val="0"/>
              </a:spcAft>
              <a:buSzPts val="1400"/>
              <a:buNone/>
              <a:defRPr b="0" i="0" sz="1400" u="none" cap="none" strike="noStrike">
                <a:latin typeface="Arial"/>
                <a:ea typeface="Arial"/>
                <a:cs typeface="Arial"/>
                <a:sym typeface="Arial"/>
              </a:defRPr>
            </a:lvl4pPr>
            <a:lvl5pPr indent="-228600" lvl="4" marL="2286000" marR="0" rtl="0" algn="l">
              <a:spcBef>
                <a:spcPts val="0"/>
              </a:spcBef>
              <a:spcAft>
                <a:spcPts val="0"/>
              </a:spcAft>
              <a:buSzPts val="1400"/>
              <a:buNone/>
              <a:defRPr b="0" i="0" sz="1400" u="none" cap="none" strike="noStrike">
                <a:latin typeface="Arial"/>
                <a:ea typeface="Arial"/>
                <a:cs typeface="Arial"/>
                <a:sym typeface="Arial"/>
              </a:defRPr>
            </a:lvl5pPr>
            <a:lvl6pPr indent="-228600" lvl="5" marL="2743200" marR="0" rtl="0" algn="l">
              <a:spcBef>
                <a:spcPts val="0"/>
              </a:spcBef>
              <a:spcAft>
                <a:spcPts val="0"/>
              </a:spcAft>
              <a:buSzPts val="1400"/>
              <a:buNone/>
              <a:defRPr b="0" i="0" sz="1400" u="none" cap="none" strike="noStrike">
                <a:latin typeface="Arial"/>
                <a:ea typeface="Arial"/>
                <a:cs typeface="Arial"/>
                <a:sym typeface="Arial"/>
              </a:defRPr>
            </a:lvl6pPr>
            <a:lvl7pPr indent="-228600" lvl="6" marL="3200400" marR="0" rtl="0" algn="l">
              <a:spcBef>
                <a:spcPts val="0"/>
              </a:spcBef>
              <a:spcAft>
                <a:spcPts val="0"/>
              </a:spcAft>
              <a:buSzPts val="1400"/>
              <a:buNone/>
              <a:defRPr b="0" i="0" sz="1400" u="none" cap="none" strike="noStrike">
                <a:latin typeface="Arial"/>
                <a:ea typeface="Arial"/>
                <a:cs typeface="Arial"/>
                <a:sym typeface="Arial"/>
              </a:defRPr>
            </a:lvl7pPr>
            <a:lvl8pPr indent="-228600" lvl="7" marL="3657600" marR="0" rtl="0" algn="l">
              <a:spcBef>
                <a:spcPts val="0"/>
              </a:spcBef>
              <a:spcAft>
                <a:spcPts val="0"/>
              </a:spcAft>
              <a:buSzPts val="1400"/>
              <a:buNone/>
              <a:defRPr b="0" i="0" sz="1400" u="none" cap="none" strike="noStrike">
                <a:latin typeface="Arial"/>
                <a:ea typeface="Arial"/>
                <a:cs typeface="Arial"/>
                <a:sym typeface="Arial"/>
              </a:defRPr>
            </a:lvl8pPr>
            <a:lvl9pPr indent="-228600" lvl="8" marL="4114800" marR="0" rtl="0" algn="l">
              <a:spcBef>
                <a:spcPts val="0"/>
              </a:spcBef>
              <a:spcAft>
                <a:spcPts val="0"/>
              </a:spcAft>
              <a:buSzPts val="1400"/>
              <a:buNone/>
              <a:defRPr b="0" i="0" sz="1400" u="none" cap="none" strike="noStrike">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7179d949db_7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7179d949db_7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58132bbec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f58132bbec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58132bbec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3f58132bbec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58132bbec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f58132bbec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a9a795ffb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ga9a795ffbb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71a2a6c778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g71a2a6c778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58132bbec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g3f58132bbec_0_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58132bbec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3f58132bbec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58132bbec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f58132bbec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002D3C"/>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754464" y="2104950"/>
            <a:ext cx="7635072" cy="933600"/>
          </a:xfrm>
          <a:prstGeom prst="rect">
            <a:avLst/>
          </a:prstGeom>
          <a:noFill/>
          <a:ln>
            <a:noFill/>
          </a:ln>
        </p:spPr>
        <p:txBody>
          <a:bodyPr anchorCtr="0" anchor="b" bIns="91400" lIns="91400" spcFirstLastPara="1" rIns="91400" wrap="square" tIns="91400">
            <a:noAutofit/>
          </a:bodyPr>
          <a:lstStyle>
            <a:lvl1pPr lvl="0" marR="0" rtl="0" algn="l">
              <a:lnSpc>
                <a:spcPct val="100000"/>
              </a:lnSpc>
              <a:spcBef>
                <a:spcPts val="0"/>
              </a:spcBef>
              <a:spcAft>
                <a:spcPts val="0"/>
              </a:spcAft>
              <a:buClr>
                <a:srgbClr val="FFFFFF"/>
              </a:buClr>
              <a:buSzPts val="4200"/>
              <a:buFont typeface="Inter"/>
              <a:buNone/>
              <a:defRPr i="0" sz="4200" u="none" cap="none" strike="noStrike">
                <a:solidFill>
                  <a:srgbClr val="FFFFFF"/>
                </a:solidFill>
                <a:latin typeface="Inter"/>
                <a:ea typeface="Inter"/>
                <a:cs typeface="Inter"/>
                <a:sym typeface="Inter"/>
              </a:defRPr>
            </a:lvl1pPr>
            <a:lvl2pPr lvl="1"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2pPr>
            <a:lvl3pPr lvl="2"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3pPr>
            <a:lvl4pPr lvl="3"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4pPr>
            <a:lvl5pPr lvl="4"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5pPr>
            <a:lvl6pPr lvl="5"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6pPr>
            <a:lvl7pPr lvl="6"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7pPr>
            <a:lvl8pPr lvl="7"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8pPr>
            <a:lvl9pPr lvl="8"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9pPr>
          </a:lstStyle>
          <a:p/>
        </p:txBody>
      </p:sp>
      <p:sp>
        <p:nvSpPr>
          <p:cNvPr id="11" name="Google Shape;11;p2"/>
          <p:cNvSpPr txBox="1"/>
          <p:nvPr>
            <p:ph idx="12" type="sldNum"/>
          </p:nvPr>
        </p:nvSpPr>
        <p:spPr>
          <a:xfrm>
            <a:off x="8735428" y="4724798"/>
            <a:ext cx="336813" cy="335251"/>
          </a:xfrm>
          <a:prstGeom prst="rect">
            <a:avLst/>
          </a:prstGeom>
          <a:noFill/>
          <a:ln>
            <a:noFill/>
          </a:ln>
        </p:spPr>
        <p:txBody>
          <a:bodyPr anchorCtr="0" anchor="ctr" bIns="91400" lIns="91400" spcFirstLastPara="1" rIns="91400" wrap="square" tIns="91400">
            <a:noAutofit/>
          </a:bodyPr>
          <a:lstStyle>
            <a:lvl1pPr indent="0" lvl="0"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1pPr>
            <a:lvl2pPr indent="0" lvl="1"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2pPr>
            <a:lvl3pPr indent="0" lvl="2"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3pPr>
            <a:lvl4pPr indent="0" lvl="3"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4pPr>
            <a:lvl5pPr indent="0" lvl="4"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5pPr>
            <a:lvl6pPr indent="0" lvl="5"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6pPr>
            <a:lvl7pPr indent="0" lvl="6"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7pPr>
            <a:lvl8pPr indent="0" lvl="7"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8pPr>
            <a:lvl9pPr indent="0" lvl="8" marL="0" marR="0" rtl="0" algn="r">
              <a:lnSpc>
                <a:spcPct val="100000"/>
              </a:lnSpc>
              <a:spcBef>
                <a:spcPts val="0"/>
              </a:spcBef>
              <a:spcAft>
                <a:spcPts val="0"/>
              </a:spcAft>
              <a:buClr>
                <a:srgbClr val="737373"/>
              </a:buClr>
              <a:buSzPts val="1000"/>
              <a:buFont typeface="Roboto"/>
              <a:buNone/>
              <a:defRPr b="0" i="0" sz="1000" u="none" cap="none" strike="noStrike">
                <a:solidFill>
                  <a:srgbClr val="737373"/>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285F4"/>
              </a:solidFill>
              <a:latin typeface="Arial"/>
              <a:ea typeface="Arial"/>
              <a:cs typeface="Arial"/>
              <a:sym typeface="Arial"/>
            </a:endParaRPr>
          </a:p>
        </p:txBody>
      </p:sp>
      <p:pic>
        <p:nvPicPr>
          <p:cNvPr descr="Shape 14" id="13" name="Google Shape;13;p2"/>
          <p:cNvPicPr preferRelativeResize="0"/>
          <p:nvPr/>
        </p:nvPicPr>
        <p:blipFill rotWithShape="1">
          <a:blip r:embed="rId2">
            <a:alphaModFix/>
          </a:blip>
          <a:srcRect b="0" l="0" r="0" t="0"/>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rgbClr val="002D3C"/>
        </a:solidFill>
      </p:bgPr>
    </p:bg>
    <p:spTree>
      <p:nvGrpSpPr>
        <p:cNvPr id="14" name="Shape 14"/>
        <p:cNvGrpSpPr/>
        <p:nvPr/>
      </p:nvGrpSpPr>
      <p:grpSpPr>
        <a:xfrm>
          <a:off x="0" y="0"/>
          <a:ext cx="0" cy="0"/>
          <a:chOff x="0" y="0"/>
          <a:chExt cx="0" cy="0"/>
        </a:xfrm>
      </p:grpSpPr>
      <p:sp>
        <p:nvSpPr>
          <p:cNvPr id="15" name="Google Shape;15;p3"/>
          <p:cNvSpPr/>
          <p:nvPr/>
        </p:nvSpPr>
        <p:spPr>
          <a:xfrm flipH="1" rot="10800000">
            <a:off x="0" y="1686000"/>
            <a:ext cx="9144000" cy="3457500"/>
          </a:xfrm>
          <a:prstGeom prst="rect">
            <a:avLst/>
          </a:prstGeom>
          <a:solidFill>
            <a:schemeClr val="accent4"/>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285F4"/>
              </a:solidFill>
              <a:latin typeface="Arial"/>
              <a:ea typeface="Arial"/>
              <a:cs typeface="Arial"/>
              <a:sym typeface="Arial"/>
            </a:endParaRPr>
          </a:p>
        </p:txBody>
      </p:sp>
      <p:sp>
        <p:nvSpPr>
          <p:cNvPr id="16" name="Google Shape;16;p3"/>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285F4"/>
              </a:solidFill>
              <a:latin typeface="Arial"/>
              <a:ea typeface="Arial"/>
              <a:cs typeface="Arial"/>
              <a:sym typeface="Arial"/>
            </a:endParaRPr>
          </a:p>
        </p:txBody>
      </p:sp>
      <p:sp>
        <p:nvSpPr>
          <p:cNvPr id="17" name="Google Shape;17;p3"/>
          <p:cNvSpPr txBox="1"/>
          <p:nvPr>
            <p:ph type="title"/>
          </p:nvPr>
        </p:nvSpPr>
        <p:spPr>
          <a:xfrm>
            <a:off x="471900" y="218223"/>
            <a:ext cx="8222100" cy="1288203"/>
          </a:xfrm>
          <a:prstGeom prst="rect">
            <a:avLst/>
          </a:prstGeom>
          <a:noFill/>
          <a:ln>
            <a:noFill/>
          </a:ln>
        </p:spPr>
        <p:txBody>
          <a:bodyPr anchorCtr="0" anchor="b" bIns="91400" lIns="91400" spcFirstLastPara="1" rIns="91400" wrap="square" tIns="91400">
            <a:noAutofit/>
          </a:bodyPr>
          <a:lstStyle>
            <a:lvl1pPr lvl="0" marR="0" rtl="0" algn="l">
              <a:lnSpc>
                <a:spcPct val="100000"/>
              </a:lnSpc>
              <a:spcBef>
                <a:spcPts val="0"/>
              </a:spcBef>
              <a:spcAft>
                <a:spcPts val="0"/>
              </a:spcAft>
              <a:buClr>
                <a:srgbClr val="FFFFFF"/>
              </a:buClr>
              <a:buSzPts val="3600"/>
              <a:buFont typeface="Inter"/>
              <a:buNone/>
              <a:defRPr i="0" sz="3600" u="none" cap="none" strike="noStrike">
                <a:solidFill>
                  <a:srgbClr val="FFFFFF"/>
                </a:solidFill>
                <a:latin typeface="Inter"/>
                <a:ea typeface="Inter"/>
                <a:cs typeface="Inter"/>
                <a:sym typeface="Inter"/>
              </a:defRPr>
            </a:lvl1pPr>
            <a:lvl2pPr lvl="1"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2pPr>
            <a:lvl3pPr lvl="2"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3pPr>
            <a:lvl4pPr lvl="3"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4pPr>
            <a:lvl5pPr lvl="4"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5pPr>
            <a:lvl6pPr lvl="5"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6pPr>
            <a:lvl7pPr lvl="6"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7pPr>
            <a:lvl8pPr lvl="7"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8pPr>
            <a:lvl9pPr lvl="8"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9pPr>
          </a:lstStyle>
          <a:p/>
        </p:txBody>
      </p:sp>
      <p:sp>
        <p:nvSpPr>
          <p:cNvPr id="18" name="Google Shape;18;p3"/>
          <p:cNvSpPr txBox="1"/>
          <p:nvPr>
            <p:ph idx="1" type="body"/>
          </p:nvPr>
        </p:nvSpPr>
        <p:spPr>
          <a:xfrm>
            <a:off x="471900" y="1919074"/>
            <a:ext cx="8222100" cy="2710201"/>
          </a:xfrm>
          <a:prstGeom prst="rect">
            <a:avLst/>
          </a:prstGeom>
          <a:noFill/>
          <a:ln>
            <a:noFill/>
          </a:ln>
        </p:spPr>
        <p:txBody>
          <a:bodyPr anchorCtr="0" anchor="t" bIns="91400" lIns="91400" spcFirstLastPara="1" rIns="91400" wrap="square" tIns="91400">
            <a:noAutofit/>
          </a:bodyPr>
          <a:lstStyle>
            <a:lvl1pPr indent="-342900" lvl="0" marL="4572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1pPr>
            <a:lvl2pPr indent="-342900" lvl="1" marL="9144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2pPr>
            <a:lvl3pPr indent="-342900" lvl="2" marL="13716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3pPr>
            <a:lvl4pPr indent="-342900" lvl="3" marL="18288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4pPr>
            <a:lvl5pPr indent="-342900" lvl="4" marL="22860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5pPr>
            <a:lvl6pPr indent="-342900" lvl="5" marL="27432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6pPr>
            <a:lvl7pPr indent="-342900" lvl="6" marL="32004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7pPr>
            <a:lvl8pPr indent="-342900" lvl="7" marL="36576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8pPr>
            <a:lvl9pPr indent="-342900" lvl="8" marL="41148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9pPr>
          </a:lstStyle>
          <a:p/>
        </p:txBody>
      </p:sp>
      <p:sp>
        <p:nvSpPr>
          <p:cNvPr id="19" name="Google Shape;19;p3"/>
          <p:cNvSpPr txBox="1"/>
          <p:nvPr>
            <p:ph idx="12" type="sldNum"/>
          </p:nvPr>
        </p:nvSpPr>
        <p:spPr>
          <a:xfrm>
            <a:off x="8735428" y="4724798"/>
            <a:ext cx="336813" cy="335251"/>
          </a:xfrm>
          <a:prstGeom prst="rect">
            <a:avLst/>
          </a:prstGeom>
          <a:noFill/>
          <a:ln>
            <a:noFill/>
          </a:ln>
        </p:spPr>
        <p:txBody>
          <a:bodyPr anchorCtr="0" anchor="ctr" bIns="91400" lIns="91400" spcFirstLastPara="1" rIns="91400" wrap="square" tIns="91400">
            <a:noAutofit/>
          </a:bodyPr>
          <a:lstStyle>
            <a:lvl1pPr indent="0" lvl="0"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1pPr>
            <a:lvl2pPr indent="0" lvl="1"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2pPr>
            <a:lvl3pPr indent="0" lvl="2"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3pPr>
            <a:lvl4pPr indent="0" lvl="3"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4pPr>
            <a:lvl5pPr indent="0" lvl="4"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5pPr>
            <a:lvl6pPr indent="0" lvl="5"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6pPr>
            <a:lvl7pPr indent="0" lvl="6"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7pPr>
            <a:lvl8pPr indent="0" lvl="7"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8pPr>
            <a:lvl9pPr indent="0" lvl="8"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9AD4C"/>
          </p15:clr>
        </p15:guide>
        <p15:guide id="2" pos="2880">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rgbClr val="002D3C"/>
        </a:solidFill>
      </p:bgPr>
    </p:bg>
    <p:spTree>
      <p:nvGrpSpPr>
        <p:cNvPr id="20" name="Shape 20"/>
        <p:cNvGrpSpPr/>
        <p:nvPr/>
      </p:nvGrpSpPr>
      <p:grpSpPr>
        <a:xfrm>
          <a:off x="0" y="0"/>
          <a:ext cx="0" cy="0"/>
          <a:chOff x="0" y="0"/>
          <a:chExt cx="0" cy="0"/>
        </a:xfrm>
      </p:grpSpPr>
      <p:sp>
        <p:nvSpPr>
          <p:cNvPr id="21" name="Google Shape;21;p4"/>
          <p:cNvSpPr txBox="1"/>
          <p:nvPr>
            <p:ph idx="12" type="sldNum"/>
          </p:nvPr>
        </p:nvSpPr>
        <p:spPr>
          <a:xfrm>
            <a:off x="8735428" y="4724798"/>
            <a:ext cx="336813" cy="335251"/>
          </a:xfrm>
          <a:prstGeom prst="rect">
            <a:avLst/>
          </a:prstGeom>
          <a:noFill/>
          <a:ln>
            <a:noFill/>
          </a:ln>
        </p:spPr>
        <p:txBody>
          <a:bodyPr anchorCtr="0" anchor="ctr" bIns="91400" lIns="91400" spcFirstLastPara="1" rIns="91400" wrap="square" tIns="91400">
            <a:noAutofit/>
          </a:bodyPr>
          <a:lstStyle>
            <a:lvl1pPr indent="0" lvl="0"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1pPr>
            <a:lvl2pPr indent="0" lvl="1"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2pPr>
            <a:lvl3pPr indent="0" lvl="2"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3pPr>
            <a:lvl4pPr indent="0" lvl="3"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4pPr>
            <a:lvl5pPr indent="0" lvl="4"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5pPr>
            <a:lvl6pPr indent="0" lvl="5"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6pPr>
            <a:lvl7pPr indent="0" lvl="6"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7pPr>
            <a:lvl8pPr indent="0" lvl="7"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8pPr>
            <a:lvl9pPr indent="0" lvl="8" marL="0" marR="0" rtl="0" algn="r">
              <a:lnSpc>
                <a:spcPct val="100000"/>
              </a:lnSpc>
              <a:spcBef>
                <a:spcPts val="0"/>
              </a:spcBef>
              <a:spcAft>
                <a:spcPts val="0"/>
              </a:spcAft>
              <a:buClr>
                <a:srgbClr val="FFFFFF"/>
              </a:buClr>
              <a:buSzPts val="1000"/>
              <a:buFont typeface="Roboto"/>
              <a:buNone/>
              <a:defRPr i="0" u="none" cap="none" strike="noStrike">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ColTx">
  <p:cSld name="TITLE_AND_TWO_COLUMNS">
    <p:bg>
      <p:bgPr>
        <a:solidFill>
          <a:srgbClr val="002D3C"/>
        </a:solidFill>
      </p:bgPr>
    </p:bg>
    <p:spTree>
      <p:nvGrpSpPr>
        <p:cNvPr id="22" name="Shape 22"/>
        <p:cNvGrpSpPr/>
        <p:nvPr/>
      </p:nvGrpSpPr>
      <p:grpSpPr>
        <a:xfrm>
          <a:off x="0" y="0"/>
          <a:ext cx="0" cy="0"/>
          <a:chOff x="0" y="0"/>
          <a:chExt cx="0" cy="0"/>
        </a:xfrm>
      </p:grpSpPr>
      <p:sp>
        <p:nvSpPr>
          <p:cNvPr id="23" name="Google Shape;23;p5"/>
          <p:cNvSpPr/>
          <p:nvPr/>
        </p:nvSpPr>
        <p:spPr>
          <a:xfrm flipH="1" rot="10800000">
            <a:off x="0" y="1686000"/>
            <a:ext cx="9144000" cy="3457500"/>
          </a:xfrm>
          <a:prstGeom prst="rect">
            <a:avLst/>
          </a:prstGeom>
          <a:solidFill>
            <a:schemeClr val="accent4"/>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285F4"/>
              </a:solidFill>
              <a:latin typeface="Arial"/>
              <a:ea typeface="Arial"/>
              <a:cs typeface="Arial"/>
              <a:sym typeface="Arial"/>
            </a:endParaRPr>
          </a:p>
        </p:txBody>
      </p:sp>
      <p:sp>
        <p:nvSpPr>
          <p:cNvPr id="25" name="Google Shape;25;p5"/>
          <p:cNvSpPr txBox="1"/>
          <p:nvPr>
            <p:ph type="title"/>
          </p:nvPr>
        </p:nvSpPr>
        <p:spPr>
          <a:xfrm>
            <a:off x="471900" y="738725"/>
            <a:ext cx="8222100" cy="767701"/>
          </a:xfrm>
          <a:prstGeom prst="rect">
            <a:avLst/>
          </a:prstGeom>
          <a:noFill/>
          <a:ln>
            <a:noFill/>
          </a:ln>
        </p:spPr>
        <p:txBody>
          <a:bodyPr anchorCtr="0" anchor="b" bIns="91400" lIns="91400" spcFirstLastPara="1" rIns="91400" wrap="square" tIns="91400">
            <a:noAutofit/>
          </a:bodyPr>
          <a:lstStyle>
            <a:lvl1pPr lvl="0"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1pPr>
            <a:lvl2pPr lvl="1"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2pPr>
            <a:lvl3pPr lvl="2"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3pPr>
            <a:lvl4pPr lvl="3"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4pPr>
            <a:lvl5pPr lvl="4"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5pPr>
            <a:lvl6pPr lvl="5"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6pPr>
            <a:lvl7pPr lvl="6"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7pPr>
            <a:lvl8pPr lvl="7"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8pPr>
            <a:lvl9pPr lvl="8"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9pPr>
          </a:lstStyle>
          <a:p/>
        </p:txBody>
      </p:sp>
      <p:sp>
        <p:nvSpPr>
          <p:cNvPr id="26" name="Google Shape;26;p5"/>
          <p:cNvSpPr txBox="1"/>
          <p:nvPr>
            <p:ph idx="1" type="body"/>
          </p:nvPr>
        </p:nvSpPr>
        <p:spPr>
          <a:xfrm>
            <a:off x="471900" y="1919074"/>
            <a:ext cx="3999901" cy="2710201"/>
          </a:xfrm>
          <a:prstGeom prst="rect">
            <a:avLst/>
          </a:prstGeom>
          <a:noFill/>
          <a:ln>
            <a:noFill/>
          </a:ln>
        </p:spPr>
        <p:txBody>
          <a:bodyPr anchorCtr="0" anchor="t" bIns="91400" lIns="91400" spcFirstLastPara="1" rIns="91400" wrap="square" tIns="91400">
            <a:noAutofit/>
          </a:bodyPr>
          <a:lstStyle>
            <a:lvl1pPr indent="-317500" lvl="0" marL="457200" marR="0" rtl="0" algn="l">
              <a:lnSpc>
                <a:spcPct val="115000"/>
              </a:lnSpc>
              <a:spcBef>
                <a:spcPts val="0"/>
              </a:spcBef>
              <a:spcAft>
                <a:spcPts val="0"/>
              </a:spcAft>
              <a:buClr>
                <a:srgbClr val="000000"/>
              </a:buClr>
              <a:buSzPts val="1400"/>
              <a:buFont typeface="Inter"/>
              <a:buChar char="●"/>
              <a:defRPr i="0" sz="1400" u="none" cap="none" strike="noStrike">
                <a:solidFill>
                  <a:srgbClr val="000000"/>
                </a:solidFill>
                <a:latin typeface="Inter"/>
                <a:ea typeface="Inter"/>
                <a:cs typeface="Inter"/>
                <a:sym typeface="Inter"/>
              </a:defRPr>
            </a:lvl1pPr>
            <a:lvl2pPr indent="-317500" lvl="1" marL="914400" marR="0" rtl="0" algn="l">
              <a:lnSpc>
                <a:spcPct val="115000"/>
              </a:lnSpc>
              <a:spcBef>
                <a:spcPts val="0"/>
              </a:spcBef>
              <a:spcAft>
                <a:spcPts val="0"/>
              </a:spcAft>
              <a:buClr>
                <a:srgbClr val="000000"/>
              </a:buClr>
              <a:buSzPts val="1400"/>
              <a:buFont typeface="Inter"/>
              <a:buChar char="○"/>
              <a:defRPr i="0" sz="1400" u="none" cap="none" strike="noStrike">
                <a:solidFill>
                  <a:srgbClr val="000000"/>
                </a:solidFill>
                <a:latin typeface="Inter"/>
                <a:ea typeface="Inter"/>
                <a:cs typeface="Inter"/>
                <a:sym typeface="Inter"/>
              </a:defRPr>
            </a:lvl2pPr>
            <a:lvl3pPr indent="-317500" lvl="2" marL="1371600" marR="0" rtl="0" algn="l">
              <a:lnSpc>
                <a:spcPct val="115000"/>
              </a:lnSpc>
              <a:spcBef>
                <a:spcPts val="0"/>
              </a:spcBef>
              <a:spcAft>
                <a:spcPts val="0"/>
              </a:spcAft>
              <a:buClr>
                <a:srgbClr val="000000"/>
              </a:buClr>
              <a:buSzPts val="1400"/>
              <a:buFont typeface="Inter"/>
              <a:buChar char="■"/>
              <a:defRPr i="0" sz="1400" u="none" cap="none" strike="noStrike">
                <a:solidFill>
                  <a:srgbClr val="000000"/>
                </a:solidFill>
                <a:latin typeface="Inter"/>
                <a:ea typeface="Inter"/>
                <a:cs typeface="Inter"/>
                <a:sym typeface="Inter"/>
              </a:defRPr>
            </a:lvl3pPr>
            <a:lvl4pPr indent="-317500" lvl="3" marL="1828800" marR="0" rtl="0" algn="l">
              <a:lnSpc>
                <a:spcPct val="115000"/>
              </a:lnSpc>
              <a:spcBef>
                <a:spcPts val="0"/>
              </a:spcBef>
              <a:spcAft>
                <a:spcPts val="0"/>
              </a:spcAft>
              <a:buClr>
                <a:srgbClr val="000000"/>
              </a:buClr>
              <a:buSzPts val="1400"/>
              <a:buFont typeface="Inter"/>
              <a:buChar char="●"/>
              <a:defRPr i="0" sz="1400" u="none" cap="none" strike="noStrike">
                <a:solidFill>
                  <a:srgbClr val="000000"/>
                </a:solidFill>
                <a:latin typeface="Inter"/>
                <a:ea typeface="Inter"/>
                <a:cs typeface="Inter"/>
                <a:sym typeface="Inter"/>
              </a:defRPr>
            </a:lvl4pPr>
            <a:lvl5pPr indent="-317500" lvl="4" marL="2286000" marR="0" rtl="0" algn="l">
              <a:lnSpc>
                <a:spcPct val="115000"/>
              </a:lnSpc>
              <a:spcBef>
                <a:spcPts val="0"/>
              </a:spcBef>
              <a:spcAft>
                <a:spcPts val="0"/>
              </a:spcAft>
              <a:buClr>
                <a:srgbClr val="000000"/>
              </a:buClr>
              <a:buSzPts val="1400"/>
              <a:buFont typeface="Inter"/>
              <a:buChar char="○"/>
              <a:defRPr i="0" sz="1400" u="none" cap="none" strike="noStrike">
                <a:solidFill>
                  <a:srgbClr val="000000"/>
                </a:solidFill>
                <a:latin typeface="Inter"/>
                <a:ea typeface="Inter"/>
                <a:cs typeface="Inter"/>
                <a:sym typeface="Inter"/>
              </a:defRPr>
            </a:lvl5pPr>
            <a:lvl6pPr indent="-342900" lvl="5" marL="27432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6pPr>
            <a:lvl7pPr indent="-342900" lvl="6" marL="32004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7pPr>
            <a:lvl8pPr indent="-342900" lvl="7" marL="36576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8pPr>
            <a:lvl9pPr indent="-342900" lvl="8" marL="41148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9pPr>
          </a:lstStyle>
          <a:p/>
        </p:txBody>
      </p:sp>
      <p:sp>
        <p:nvSpPr>
          <p:cNvPr id="27" name="Google Shape;27;p5"/>
          <p:cNvSpPr txBox="1"/>
          <p:nvPr>
            <p:ph idx="2" type="body"/>
          </p:nvPr>
        </p:nvSpPr>
        <p:spPr>
          <a:xfrm>
            <a:off x="4694249" y="1919074"/>
            <a:ext cx="3999901" cy="2710201"/>
          </a:xfrm>
          <a:prstGeom prst="rect">
            <a:avLst/>
          </a:prstGeom>
          <a:noFill/>
          <a:ln>
            <a:noFill/>
          </a:ln>
        </p:spPr>
        <p:txBody>
          <a:bodyPr anchorCtr="0" anchor="t" bIns="91400" lIns="91400" spcFirstLastPara="1" rIns="91400" wrap="square" tIns="91400">
            <a:noAutofit/>
          </a:bodyPr>
          <a:lstStyle>
            <a:lvl1pPr indent="-342900" lvl="0" marL="4572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1pPr>
            <a:lvl2pPr indent="-342900" lvl="1" marL="9144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2pPr>
            <a:lvl3pPr indent="-342900" lvl="2" marL="13716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3pPr>
            <a:lvl4pPr indent="-342900" lvl="3" marL="18288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4pPr>
            <a:lvl5pPr indent="-342900" lvl="4" marL="22860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5pPr>
            <a:lvl6pPr indent="-342900" lvl="5" marL="27432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6pPr>
            <a:lvl7pPr indent="-342900" lvl="6" marL="32004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7pPr>
            <a:lvl8pPr indent="-342900" lvl="7" marL="36576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8pPr>
            <a:lvl9pPr indent="-342900" lvl="8" marL="41148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9pPr>
          </a:lstStyle>
          <a:p/>
        </p:txBody>
      </p:sp>
      <p:sp>
        <p:nvSpPr>
          <p:cNvPr id="28" name="Google Shape;28;p5"/>
          <p:cNvSpPr txBox="1"/>
          <p:nvPr>
            <p:ph idx="12" type="sldNum"/>
          </p:nvPr>
        </p:nvSpPr>
        <p:spPr>
          <a:xfrm>
            <a:off x="8735428" y="4724798"/>
            <a:ext cx="336813" cy="335251"/>
          </a:xfrm>
          <a:prstGeom prst="rect">
            <a:avLst/>
          </a:prstGeom>
          <a:noFill/>
          <a:ln>
            <a:noFill/>
          </a:ln>
        </p:spPr>
        <p:txBody>
          <a:bodyPr anchorCtr="0" anchor="ctr" bIns="91400" lIns="91400" spcFirstLastPara="1" rIns="91400" wrap="square" tIns="91400">
            <a:noAutofit/>
          </a:bodyPr>
          <a:lstStyle>
            <a:lvl1pPr indent="0" lvl="0"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1pPr>
            <a:lvl2pPr indent="0" lvl="1"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2pPr>
            <a:lvl3pPr indent="0" lvl="2"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3pPr>
            <a:lvl4pPr indent="0" lvl="3"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4pPr>
            <a:lvl5pPr indent="0" lvl="4"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5pPr>
            <a:lvl6pPr indent="0" lvl="5"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6pPr>
            <a:lvl7pPr indent="0" lvl="6"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7pPr>
            <a:lvl8pPr indent="0" lvl="7"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8pPr>
            <a:lvl9pPr indent="0" lvl="8" marL="0" marR="0" rtl="0" algn="r">
              <a:lnSpc>
                <a:spcPct val="100000"/>
              </a:lnSpc>
              <a:spcBef>
                <a:spcPts val="0"/>
              </a:spcBef>
              <a:spcAft>
                <a:spcPts val="0"/>
              </a:spcAft>
              <a:buClr>
                <a:srgbClr val="737373"/>
              </a:buClr>
              <a:buSzPts val="1000"/>
              <a:buFont typeface="Roboto"/>
              <a:buNone/>
              <a:defRPr i="0" u="none" cap="none" strike="noStrike">
                <a:solidFill>
                  <a:srgbClr val="73737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in title" type="titleOnly">
  <p:cSld name="TITLE_ONLY">
    <p:bg>
      <p:bgPr>
        <a:solidFill>
          <a:srgbClr val="002D3C"/>
        </a:solidFill>
      </p:bgPr>
    </p:bg>
    <p:spTree>
      <p:nvGrpSpPr>
        <p:cNvPr id="29" name="Shape 29"/>
        <p:cNvGrpSpPr/>
        <p:nvPr/>
      </p:nvGrpSpPr>
      <p:grpSpPr>
        <a:xfrm>
          <a:off x="0" y="0"/>
          <a:ext cx="0" cy="0"/>
          <a:chOff x="0" y="0"/>
          <a:chExt cx="0" cy="0"/>
        </a:xfrm>
      </p:grpSpPr>
      <p:sp>
        <p:nvSpPr>
          <p:cNvPr id="30" name="Google Shape;30;p6"/>
          <p:cNvSpPr/>
          <p:nvPr/>
        </p:nvSpPr>
        <p:spPr>
          <a:xfrm flipH="1" rot="10800000">
            <a:off x="0" y="770474"/>
            <a:ext cx="9144000" cy="4380300"/>
          </a:xfrm>
          <a:prstGeom prst="rect">
            <a:avLst/>
          </a:prstGeom>
          <a:solidFill>
            <a:schemeClr val="accent4"/>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285F4"/>
              </a:solidFill>
              <a:latin typeface="Arial"/>
              <a:ea typeface="Arial"/>
              <a:cs typeface="Arial"/>
              <a:sym typeface="Arial"/>
            </a:endParaRPr>
          </a:p>
        </p:txBody>
      </p:sp>
      <p:sp>
        <p:nvSpPr>
          <p:cNvPr id="31" name="Google Shape;31;p6"/>
          <p:cNvSpPr txBox="1"/>
          <p:nvPr>
            <p:ph type="title"/>
          </p:nvPr>
        </p:nvSpPr>
        <p:spPr>
          <a:xfrm>
            <a:off x="158699" y="61427"/>
            <a:ext cx="8826600" cy="602700"/>
          </a:xfrm>
          <a:prstGeom prst="rect">
            <a:avLst/>
          </a:prstGeom>
          <a:noFill/>
          <a:ln>
            <a:noFill/>
          </a:ln>
        </p:spPr>
        <p:txBody>
          <a:bodyPr anchorCtr="0" anchor="ctr" bIns="91400" lIns="91400" spcFirstLastPara="1" rIns="91400" wrap="square" tIns="91400">
            <a:noAutofit/>
          </a:bodyPr>
          <a:lstStyle>
            <a:lvl1pPr lvl="0" marR="0" rtl="0" algn="l">
              <a:lnSpc>
                <a:spcPct val="100000"/>
              </a:lnSpc>
              <a:spcBef>
                <a:spcPts val="0"/>
              </a:spcBef>
              <a:spcAft>
                <a:spcPts val="0"/>
              </a:spcAft>
              <a:buClr>
                <a:srgbClr val="FFFFFF"/>
              </a:buClr>
              <a:buSzPts val="2400"/>
              <a:buFont typeface="Inter"/>
              <a:buNone/>
              <a:defRPr i="0" sz="2400" u="none" cap="none" strike="noStrike">
                <a:solidFill>
                  <a:srgbClr val="FFFFFF"/>
                </a:solidFill>
                <a:latin typeface="Inter"/>
                <a:ea typeface="Inter"/>
                <a:cs typeface="Inter"/>
                <a:sym typeface="Inter"/>
              </a:defRPr>
            </a:lvl1pPr>
            <a:lvl2pPr lvl="1"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2pPr>
            <a:lvl3pPr lvl="2"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3pPr>
            <a:lvl4pPr lvl="3"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4pPr>
            <a:lvl5pPr lvl="4"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5pPr>
            <a:lvl6pPr lvl="5"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6pPr>
            <a:lvl7pPr lvl="6"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7pPr>
            <a:lvl8pPr lvl="7"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8pPr>
            <a:lvl9pPr lvl="8" marR="0" rtl="0" algn="l">
              <a:lnSpc>
                <a:spcPct val="100000"/>
              </a:lnSpc>
              <a:spcBef>
                <a:spcPts val="0"/>
              </a:spcBef>
              <a:spcAft>
                <a:spcPts val="0"/>
              </a:spcAft>
              <a:buClr>
                <a:srgbClr val="FFFFFF"/>
              </a:buClr>
              <a:buSzPts val="3200"/>
              <a:buFont typeface="Inter"/>
              <a:buNone/>
              <a:defRPr i="0" sz="3200" u="none" cap="none" strike="noStrike">
                <a:solidFill>
                  <a:srgbClr val="FFFFFF"/>
                </a:solidFill>
                <a:latin typeface="Inter"/>
                <a:ea typeface="Inter"/>
                <a:cs typeface="Inter"/>
                <a:sym typeface="Inter"/>
              </a:defRPr>
            </a:lvl9pPr>
          </a:lstStyle>
          <a:p/>
        </p:txBody>
      </p:sp>
      <p:sp>
        <p:nvSpPr>
          <p:cNvPr id="32" name="Google Shape;32;p6"/>
          <p:cNvSpPr txBox="1"/>
          <p:nvPr>
            <p:ph idx="1" type="body"/>
          </p:nvPr>
        </p:nvSpPr>
        <p:spPr>
          <a:xfrm>
            <a:off x="460950" y="1001775"/>
            <a:ext cx="8222100" cy="3765300"/>
          </a:xfrm>
          <a:prstGeom prst="rect">
            <a:avLst/>
          </a:prstGeom>
          <a:noFill/>
          <a:ln>
            <a:noFill/>
          </a:ln>
        </p:spPr>
        <p:txBody>
          <a:bodyPr anchorCtr="0" anchor="t" bIns="91400" lIns="91400" spcFirstLastPara="1" rIns="91400" wrap="square" tIns="91400">
            <a:noAutofit/>
          </a:bodyPr>
          <a:lstStyle>
            <a:lvl1pPr indent="-342900" lvl="0" marL="4572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1pPr>
            <a:lvl2pPr indent="-342900" lvl="1" marL="9144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2pPr>
            <a:lvl3pPr indent="-342900" lvl="2" marL="13716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3pPr>
            <a:lvl4pPr indent="-342900" lvl="3" marL="18288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4pPr>
            <a:lvl5pPr indent="-342900" lvl="4" marL="2286000" marR="0" rtl="0" algn="l">
              <a:lnSpc>
                <a:spcPct val="115000"/>
              </a:lnSpc>
              <a:spcBef>
                <a:spcPts val="0"/>
              </a:spcBef>
              <a:spcAft>
                <a:spcPts val="0"/>
              </a:spcAft>
              <a:buClr>
                <a:srgbClr val="002D3C"/>
              </a:buClr>
              <a:buSzPts val="1800"/>
              <a:buFont typeface="Inter"/>
              <a:buChar char="○"/>
              <a:defRPr i="0" sz="1800" u="none" cap="none" strike="noStrike">
                <a:solidFill>
                  <a:srgbClr val="002D3C"/>
                </a:solidFill>
                <a:latin typeface="Inter"/>
                <a:ea typeface="Inter"/>
                <a:cs typeface="Inter"/>
                <a:sym typeface="Inter"/>
              </a:defRPr>
            </a:lvl5pPr>
            <a:lvl6pPr indent="-342900" lvl="5" marL="27432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6pPr>
            <a:lvl7pPr indent="-342900" lvl="6" marL="32004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7pPr>
            <a:lvl8pPr indent="-342900" lvl="7" marL="36576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8pPr>
            <a:lvl9pPr indent="-342900" lvl="8" marL="4114800" marR="0" rtl="0" algn="l">
              <a:lnSpc>
                <a:spcPct val="115000"/>
              </a:lnSpc>
              <a:spcBef>
                <a:spcPts val="0"/>
              </a:spcBef>
              <a:spcAft>
                <a:spcPts val="0"/>
              </a:spcAft>
              <a:buClr>
                <a:srgbClr val="737373"/>
              </a:buClr>
              <a:buSzPts val="1800"/>
              <a:buFont typeface="Inter"/>
              <a:buChar char="■"/>
              <a:defRPr i="0" sz="1800" u="none" cap="none" strike="noStrike">
                <a:solidFill>
                  <a:srgbClr val="737373"/>
                </a:solidFill>
                <a:latin typeface="Inter"/>
                <a:ea typeface="Inter"/>
                <a:cs typeface="Inter"/>
                <a:sym typeface="Inter"/>
              </a:defRPr>
            </a:lvl9pPr>
          </a:lstStyle>
          <a:p/>
        </p:txBody>
      </p:sp>
      <p:sp>
        <p:nvSpPr>
          <p:cNvPr id="33" name="Google Shape;33;p6"/>
          <p:cNvSpPr txBox="1"/>
          <p:nvPr>
            <p:ph idx="12" type="sldNum"/>
          </p:nvPr>
        </p:nvSpPr>
        <p:spPr>
          <a:xfrm>
            <a:off x="8735428" y="4724798"/>
            <a:ext cx="336900" cy="335400"/>
          </a:xfrm>
          <a:prstGeom prst="rect">
            <a:avLst/>
          </a:prstGeom>
          <a:noFill/>
          <a:ln>
            <a:noFill/>
          </a:ln>
        </p:spPr>
        <p:txBody>
          <a:bodyPr anchorCtr="0" anchor="ctr" bIns="91400" lIns="91400" spcFirstLastPara="1" rIns="91400" wrap="square" tIns="91400">
            <a:noAutofit/>
          </a:bodyPr>
          <a:lstStyle>
            <a:lvl1pPr indent="0" lvl="0"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1pPr>
            <a:lvl2pPr indent="0" lvl="1"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2pPr>
            <a:lvl3pPr indent="0" lvl="2"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3pPr>
            <a:lvl4pPr indent="0" lvl="3"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4pPr>
            <a:lvl5pPr indent="0" lvl="4"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5pPr>
            <a:lvl6pPr indent="0" lvl="5"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6pPr>
            <a:lvl7pPr indent="0" lvl="6"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7pPr>
            <a:lvl8pPr indent="0" lvl="7"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8pPr>
            <a:lvl9pPr indent="0" lvl="8" marL="0" marR="0" rtl="0" algn="r">
              <a:lnSpc>
                <a:spcPct val="100000"/>
              </a:lnSpc>
              <a:spcBef>
                <a:spcPts val="0"/>
              </a:spcBef>
              <a:spcAft>
                <a:spcPts val="0"/>
              </a:spcAft>
              <a:buClr>
                <a:srgbClr val="737373"/>
              </a:buClr>
              <a:buSzPts val="1000"/>
              <a:buFont typeface="Roboto"/>
              <a:buNone/>
              <a:defRPr i="0" u="none" cap="none" strike="noStrike">
                <a:solidFill>
                  <a:srgbClr val="737373"/>
                </a:solidFill>
                <a:latin typeface="Open Sans Medium"/>
                <a:ea typeface="Open Sans Medium"/>
                <a:cs typeface="Open Sans Medium"/>
                <a:sym typeface="Open Sans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4" name="Shape 3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9"/>
          <p:cNvSpPr/>
          <p:nvPr/>
        </p:nvSpPr>
        <p:spPr>
          <a:xfrm flipH="1" rot="10800000">
            <a:off x="0" y="656300"/>
            <a:ext cx="9144000" cy="4478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9"/>
          <p:cNvSpPr txBox="1"/>
          <p:nvPr>
            <p:ph type="title"/>
          </p:nvPr>
        </p:nvSpPr>
        <p:spPr>
          <a:xfrm>
            <a:off x="401925" y="16350"/>
            <a:ext cx="8523000" cy="60277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lt1"/>
              </a:buClr>
              <a:buSzPts val="1800"/>
              <a:buFont typeface="Open Sans"/>
              <a:buNone/>
              <a:defRPr b="0" i="0" sz="2000" u="none" cap="none" strike="noStrike">
                <a:solidFill>
                  <a:schemeClr val="lt1"/>
                </a:solidFill>
                <a:latin typeface="Open Sans"/>
                <a:ea typeface="Open Sans"/>
                <a:cs typeface="Open Sans"/>
                <a:sym typeface="Open Sans"/>
              </a:defRPr>
            </a:lvl1pPr>
            <a:lvl2pPr lvl="1" marR="0" algn="l">
              <a:lnSpc>
                <a:spcPct val="100000"/>
              </a:lnSpc>
              <a:spcBef>
                <a:spcPts val="0"/>
              </a:spcBef>
              <a:spcAft>
                <a:spcPts val="0"/>
              </a:spcAft>
              <a:buClr>
                <a:schemeClr val="lt1"/>
              </a:buClr>
              <a:buSzPts val="1800"/>
              <a:buFont typeface="Roboto"/>
              <a:buNone/>
              <a:defRPr b="0" i="0" sz="1800" u="none" cap="none" strike="noStrike">
                <a:solidFill>
                  <a:schemeClr val="lt1"/>
                </a:solidFill>
                <a:latin typeface="Roboto"/>
                <a:ea typeface="Roboto"/>
                <a:cs typeface="Roboto"/>
                <a:sym typeface="Roboto"/>
              </a:defRPr>
            </a:lvl2pPr>
            <a:lvl3pPr lvl="2" marR="0" algn="l">
              <a:lnSpc>
                <a:spcPct val="100000"/>
              </a:lnSpc>
              <a:spcBef>
                <a:spcPts val="0"/>
              </a:spcBef>
              <a:spcAft>
                <a:spcPts val="0"/>
              </a:spcAft>
              <a:buClr>
                <a:schemeClr val="lt1"/>
              </a:buClr>
              <a:buSzPts val="1800"/>
              <a:buFont typeface="Roboto"/>
              <a:buNone/>
              <a:defRPr b="0" i="0" sz="1800" u="none" cap="none" strike="noStrike">
                <a:solidFill>
                  <a:schemeClr val="lt1"/>
                </a:solidFill>
                <a:latin typeface="Roboto"/>
                <a:ea typeface="Roboto"/>
                <a:cs typeface="Roboto"/>
                <a:sym typeface="Roboto"/>
              </a:defRPr>
            </a:lvl3pPr>
            <a:lvl4pPr lvl="3" marR="0" algn="l">
              <a:lnSpc>
                <a:spcPct val="100000"/>
              </a:lnSpc>
              <a:spcBef>
                <a:spcPts val="0"/>
              </a:spcBef>
              <a:spcAft>
                <a:spcPts val="0"/>
              </a:spcAft>
              <a:buClr>
                <a:schemeClr val="lt1"/>
              </a:buClr>
              <a:buSzPts val="1800"/>
              <a:buFont typeface="Roboto"/>
              <a:buNone/>
              <a:defRPr b="0" i="0" sz="1800" u="none" cap="none" strike="noStrike">
                <a:solidFill>
                  <a:schemeClr val="lt1"/>
                </a:solidFill>
                <a:latin typeface="Roboto"/>
                <a:ea typeface="Roboto"/>
                <a:cs typeface="Roboto"/>
                <a:sym typeface="Roboto"/>
              </a:defRPr>
            </a:lvl4pPr>
            <a:lvl5pPr lvl="4" marR="0" algn="l">
              <a:lnSpc>
                <a:spcPct val="100000"/>
              </a:lnSpc>
              <a:spcBef>
                <a:spcPts val="0"/>
              </a:spcBef>
              <a:spcAft>
                <a:spcPts val="0"/>
              </a:spcAft>
              <a:buClr>
                <a:schemeClr val="lt1"/>
              </a:buClr>
              <a:buSzPts val="1800"/>
              <a:buFont typeface="Roboto"/>
              <a:buNone/>
              <a:defRPr b="0" i="0" sz="1800" u="none" cap="none" strike="noStrike">
                <a:solidFill>
                  <a:schemeClr val="lt1"/>
                </a:solidFill>
                <a:latin typeface="Roboto"/>
                <a:ea typeface="Roboto"/>
                <a:cs typeface="Roboto"/>
                <a:sym typeface="Roboto"/>
              </a:defRPr>
            </a:lvl5pPr>
            <a:lvl6pPr lvl="5" marR="0" algn="l">
              <a:lnSpc>
                <a:spcPct val="100000"/>
              </a:lnSpc>
              <a:spcBef>
                <a:spcPts val="0"/>
              </a:spcBef>
              <a:spcAft>
                <a:spcPts val="0"/>
              </a:spcAft>
              <a:buClr>
                <a:schemeClr val="lt1"/>
              </a:buClr>
              <a:buSzPts val="1800"/>
              <a:buFont typeface="Roboto"/>
              <a:buNone/>
              <a:defRPr b="0" i="0" sz="1800" u="none" cap="none" strike="noStrike">
                <a:solidFill>
                  <a:schemeClr val="lt1"/>
                </a:solidFill>
                <a:latin typeface="Roboto"/>
                <a:ea typeface="Roboto"/>
                <a:cs typeface="Roboto"/>
                <a:sym typeface="Roboto"/>
              </a:defRPr>
            </a:lvl6pPr>
            <a:lvl7pPr lvl="6" marR="0" algn="l">
              <a:lnSpc>
                <a:spcPct val="100000"/>
              </a:lnSpc>
              <a:spcBef>
                <a:spcPts val="0"/>
              </a:spcBef>
              <a:spcAft>
                <a:spcPts val="0"/>
              </a:spcAft>
              <a:buClr>
                <a:schemeClr val="lt1"/>
              </a:buClr>
              <a:buSzPts val="1800"/>
              <a:buFont typeface="Roboto"/>
              <a:buNone/>
              <a:defRPr b="0" i="0" sz="1800" u="none" cap="none" strike="noStrike">
                <a:solidFill>
                  <a:schemeClr val="lt1"/>
                </a:solidFill>
                <a:latin typeface="Roboto"/>
                <a:ea typeface="Roboto"/>
                <a:cs typeface="Roboto"/>
                <a:sym typeface="Roboto"/>
              </a:defRPr>
            </a:lvl7pPr>
            <a:lvl8pPr lvl="7" marR="0" algn="l">
              <a:lnSpc>
                <a:spcPct val="100000"/>
              </a:lnSpc>
              <a:spcBef>
                <a:spcPts val="0"/>
              </a:spcBef>
              <a:spcAft>
                <a:spcPts val="0"/>
              </a:spcAft>
              <a:buClr>
                <a:schemeClr val="lt1"/>
              </a:buClr>
              <a:buSzPts val="1800"/>
              <a:buFont typeface="Roboto"/>
              <a:buNone/>
              <a:defRPr b="0" i="0" sz="1800" u="none" cap="none" strike="noStrike">
                <a:solidFill>
                  <a:schemeClr val="lt1"/>
                </a:solidFill>
                <a:latin typeface="Roboto"/>
                <a:ea typeface="Roboto"/>
                <a:cs typeface="Roboto"/>
                <a:sym typeface="Roboto"/>
              </a:defRPr>
            </a:lvl8pPr>
            <a:lvl9pPr lvl="8" marR="0" algn="l">
              <a:lnSpc>
                <a:spcPct val="100000"/>
              </a:lnSpc>
              <a:spcBef>
                <a:spcPts val="0"/>
              </a:spcBef>
              <a:spcAft>
                <a:spcPts val="0"/>
              </a:spcAft>
              <a:buClr>
                <a:schemeClr val="lt1"/>
              </a:buClr>
              <a:buSzPts val="1800"/>
              <a:buFont typeface="Roboto"/>
              <a:buNone/>
              <a:defRPr b="0" i="0" sz="1800" u="none" cap="none" strike="noStrike">
                <a:solidFill>
                  <a:schemeClr val="lt1"/>
                </a:solidFill>
                <a:latin typeface="Roboto"/>
                <a:ea typeface="Roboto"/>
                <a:cs typeface="Roboto"/>
                <a:sym typeface="Roboto"/>
              </a:defRPr>
            </a:lvl9pPr>
          </a:lstStyle>
          <a:p/>
        </p:txBody>
      </p:sp>
      <p:sp>
        <p:nvSpPr>
          <p:cNvPr id="43" name="Google Shape;43;p9"/>
          <p:cNvSpPr txBox="1"/>
          <p:nvPr>
            <p:ph idx="12" type="sldNum"/>
          </p:nvPr>
        </p:nvSpPr>
        <p:spPr>
          <a:xfrm>
            <a:off x="78789" y="4689588"/>
            <a:ext cx="548700" cy="393525"/>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1pPr>
            <a:lvl2pPr indent="0" lvl="1"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2pPr>
            <a:lvl3pPr indent="0" lvl="2"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3pPr>
            <a:lvl4pPr indent="0" lvl="3"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4pPr>
            <a:lvl5pPr indent="0" lvl="4"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5pPr>
            <a:lvl6pPr indent="0" lvl="5"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6pPr>
            <a:lvl7pPr indent="0" lvl="6"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7pPr>
            <a:lvl8pPr indent="0" lvl="7"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8pPr>
            <a:lvl9pPr indent="0" lvl="8"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b="0" l="0" r="0" t="0"/>
          <a:stretch/>
        </p:blipFill>
        <p:spPr>
          <a:xfrm>
            <a:off x="7922625" y="4520234"/>
            <a:ext cx="830437" cy="47450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5" name="Shape 45"/>
        <p:cNvGrpSpPr/>
        <p:nvPr/>
      </p:nvGrpSpPr>
      <p:grpSpPr>
        <a:xfrm>
          <a:off x="0" y="0"/>
          <a:ext cx="0" cy="0"/>
          <a:chOff x="0" y="0"/>
          <a:chExt cx="0" cy="0"/>
        </a:xfrm>
      </p:grpSpPr>
      <p:sp>
        <p:nvSpPr>
          <p:cNvPr id="46" name="Google Shape;46;p10"/>
          <p:cNvSpPr txBox="1"/>
          <p:nvPr>
            <p:ph type="ctrTitle"/>
          </p:nvPr>
        </p:nvSpPr>
        <p:spPr>
          <a:xfrm>
            <a:off x="390525" y="1819275"/>
            <a:ext cx="8222100" cy="933525"/>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lt1"/>
              </a:buClr>
              <a:buSzPts val="3800"/>
              <a:buFont typeface="Open Sans"/>
              <a:buNone/>
              <a:defRPr b="0" i="0" sz="3800" u="none" cap="none" strike="noStrike">
                <a:solidFill>
                  <a:schemeClr val="lt1"/>
                </a:solidFill>
                <a:latin typeface="Open Sans"/>
                <a:ea typeface="Open Sans"/>
                <a:cs typeface="Open Sans"/>
                <a:sym typeface="Open Sans"/>
              </a:defRPr>
            </a:lvl1pPr>
            <a:lvl2pPr lvl="1" marR="0" algn="l">
              <a:lnSpc>
                <a:spcPct val="100000"/>
              </a:lnSpc>
              <a:spcBef>
                <a:spcPts val="0"/>
              </a:spcBef>
              <a:spcAft>
                <a:spcPts val="0"/>
              </a:spcAft>
              <a:buClr>
                <a:schemeClr val="lt1"/>
              </a:buClr>
              <a:buSzPts val="4800"/>
              <a:buFont typeface="Roboto"/>
              <a:buNone/>
              <a:defRPr b="0" i="0" sz="4800" u="none" cap="none" strike="noStrike">
                <a:solidFill>
                  <a:schemeClr val="lt1"/>
                </a:solidFill>
                <a:latin typeface="Roboto"/>
                <a:ea typeface="Roboto"/>
                <a:cs typeface="Roboto"/>
                <a:sym typeface="Roboto"/>
              </a:defRPr>
            </a:lvl2pPr>
            <a:lvl3pPr lvl="2" marR="0" algn="l">
              <a:lnSpc>
                <a:spcPct val="100000"/>
              </a:lnSpc>
              <a:spcBef>
                <a:spcPts val="0"/>
              </a:spcBef>
              <a:spcAft>
                <a:spcPts val="0"/>
              </a:spcAft>
              <a:buClr>
                <a:schemeClr val="lt1"/>
              </a:buClr>
              <a:buSzPts val="4800"/>
              <a:buFont typeface="Roboto"/>
              <a:buNone/>
              <a:defRPr b="0" i="0" sz="4800" u="none" cap="none" strike="noStrike">
                <a:solidFill>
                  <a:schemeClr val="lt1"/>
                </a:solidFill>
                <a:latin typeface="Roboto"/>
                <a:ea typeface="Roboto"/>
                <a:cs typeface="Roboto"/>
                <a:sym typeface="Roboto"/>
              </a:defRPr>
            </a:lvl3pPr>
            <a:lvl4pPr lvl="3" marR="0" algn="l">
              <a:lnSpc>
                <a:spcPct val="100000"/>
              </a:lnSpc>
              <a:spcBef>
                <a:spcPts val="0"/>
              </a:spcBef>
              <a:spcAft>
                <a:spcPts val="0"/>
              </a:spcAft>
              <a:buClr>
                <a:schemeClr val="lt1"/>
              </a:buClr>
              <a:buSzPts val="4800"/>
              <a:buFont typeface="Roboto"/>
              <a:buNone/>
              <a:defRPr b="0" i="0" sz="4800" u="none" cap="none" strike="noStrike">
                <a:solidFill>
                  <a:schemeClr val="lt1"/>
                </a:solidFill>
                <a:latin typeface="Roboto"/>
                <a:ea typeface="Roboto"/>
                <a:cs typeface="Roboto"/>
                <a:sym typeface="Roboto"/>
              </a:defRPr>
            </a:lvl4pPr>
            <a:lvl5pPr lvl="4" marR="0" algn="l">
              <a:lnSpc>
                <a:spcPct val="100000"/>
              </a:lnSpc>
              <a:spcBef>
                <a:spcPts val="0"/>
              </a:spcBef>
              <a:spcAft>
                <a:spcPts val="0"/>
              </a:spcAft>
              <a:buClr>
                <a:schemeClr val="lt1"/>
              </a:buClr>
              <a:buSzPts val="4800"/>
              <a:buFont typeface="Roboto"/>
              <a:buNone/>
              <a:defRPr b="0" i="0" sz="4800" u="none" cap="none" strike="noStrike">
                <a:solidFill>
                  <a:schemeClr val="lt1"/>
                </a:solidFill>
                <a:latin typeface="Roboto"/>
                <a:ea typeface="Roboto"/>
                <a:cs typeface="Roboto"/>
                <a:sym typeface="Roboto"/>
              </a:defRPr>
            </a:lvl5pPr>
            <a:lvl6pPr lvl="5" marR="0" algn="l">
              <a:lnSpc>
                <a:spcPct val="100000"/>
              </a:lnSpc>
              <a:spcBef>
                <a:spcPts val="0"/>
              </a:spcBef>
              <a:spcAft>
                <a:spcPts val="0"/>
              </a:spcAft>
              <a:buClr>
                <a:schemeClr val="lt1"/>
              </a:buClr>
              <a:buSzPts val="4800"/>
              <a:buFont typeface="Roboto"/>
              <a:buNone/>
              <a:defRPr b="0" i="0" sz="4800" u="none" cap="none" strike="noStrike">
                <a:solidFill>
                  <a:schemeClr val="lt1"/>
                </a:solidFill>
                <a:latin typeface="Roboto"/>
                <a:ea typeface="Roboto"/>
                <a:cs typeface="Roboto"/>
                <a:sym typeface="Roboto"/>
              </a:defRPr>
            </a:lvl6pPr>
            <a:lvl7pPr lvl="6" marR="0" algn="l">
              <a:lnSpc>
                <a:spcPct val="100000"/>
              </a:lnSpc>
              <a:spcBef>
                <a:spcPts val="0"/>
              </a:spcBef>
              <a:spcAft>
                <a:spcPts val="0"/>
              </a:spcAft>
              <a:buClr>
                <a:schemeClr val="lt1"/>
              </a:buClr>
              <a:buSzPts val="4800"/>
              <a:buFont typeface="Roboto"/>
              <a:buNone/>
              <a:defRPr b="0" i="0" sz="4800" u="none" cap="none" strike="noStrike">
                <a:solidFill>
                  <a:schemeClr val="lt1"/>
                </a:solidFill>
                <a:latin typeface="Roboto"/>
                <a:ea typeface="Roboto"/>
                <a:cs typeface="Roboto"/>
                <a:sym typeface="Roboto"/>
              </a:defRPr>
            </a:lvl7pPr>
            <a:lvl8pPr lvl="7" marR="0" algn="l">
              <a:lnSpc>
                <a:spcPct val="100000"/>
              </a:lnSpc>
              <a:spcBef>
                <a:spcPts val="0"/>
              </a:spcBef>
              <a:spcAft>
                <a:spcPts val="0"/>
              </a:spcAft>
              <a:buClr>
                <a:schemeClr val="lt1"/>
              </a:buClr>
              <a:buSzPts val="4800"/>
              <a:buFont typeface="Roboto"/>
              <a:buNone/>
              <a:defRPr b="0" i="0" sz="4800" u="none" cap="none" strike="noStrike">
                <a:solidFill>
                  <a:schemeClr val="lt1"/>
                </a:solidFill>
                <a:latin typeface="Roboto"/>
                <a:ea typeface="Roboto"/>
                <a:cs typeface="Roboto"/>
                <a:sym typeface="Roboto"/>
              </a:defRPr>
            </a:lvl8pPr>
            <a:lvl9pPr lvl="8" marR="0" algn="l">
              <a:lnSpc>
                <a:spcPct val="100000"/>
              </a:lnSpc>
              <a:spcBef>
                <a:spcPts val="0"/>
              </a:spcBef>
              <a:spcAft>
                <a:spcPts val="0"/>
              </a:spcAft>
              <a:buClr>
                <a:schemeClr val="lt1"/>
              </a:buClr>
              <a:buSzPts val="4800"/>
              <a:buFont typeface="Roboto"/>
              <a:buNone/>
              <a:defRPr b="0" i="0" sz="4800" u="none" cap="none" strike="noStrike">
                <a:solidFill>
                  <a:schemeClr val="lt1"/>
                </a:solidFill>
                <a:latin typeface="Roboto"/>
                <a:ea typeface="Roboto"/>
                <a:cs typeface="Roboto"/>
                <a:sym typeface="Roboto"/>
              </a:defRPr>
            </a:lvl9pPr>
          </a:lstStyle>
          <a:p/>
        </p:txBody>
      </p:sp>
      <p:sp>
        <p:nvSpPr>
          <p:cNvPr id="47" name="Google Shape;47;p10"/>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1pPr>
            <a:lvl2pPr lvl="1"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2pPr>
            <a:lvl3pPr lvl="2"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3pPr>
            <a:lvl4pPr lvl="3"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4pPr>
            <a:lvl5pPr lvl="4"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5pPr>
            <a:lvl6pPr lvl="5"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6pPr>
            <a:lvl7pPr lvl="6"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7pPr>
            <a:lvl8pPr lvl="7"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8pPr>
            <a:lvl9pPr lvl="8" marR="0" algn="l">
              <a:lnSpc>
                <a:spcPct val="100000"/>
              </a:lnSpc>
              <a:spcBef>
                <a:spcPts val="0"/>
              </a:spcBef>
              <a:spcAft>
                <a:spcPts val="0"/>
              </a:spcAft>
              <a:buClr>
                <a:schemeClr val="lt1"/>
              </a:buClr>
              <a:buSzPts val="1800"/>
              <a:buFont typeface="Montserrat"/>
              <a:buNone/>
              <a:defRPr b="0" i="0" sz="1800" u="none" cap="none" strike="noStrike">
                <a:solidFill>
                  <a:schemeClr val="lt1"/>
                </a:solidFill>
                <a:latin typeface="Montserrat"/>
                <a:ea typeface="Montserrat"/>
                <a:cs typeface="Montserrat"/>
                <a:sym typeface="Montserrat"/>
              </a:defRPr>
            </a:lvl9pPr>
          </a:lstStyle>
          <a:p/>
        </p:txBody>
      </p:sp>
      <p:sp>
        <p:nvSpPr>
          <p:cNvPr id="48" name="Google Shape;48;p10"/>
          <p:cNvSpPr txBox="1"/>
          <p:nvPr>
            <p:ph idx="12" type="sldNum"/>
          </p:nvPr>
        </p:nvSpPr>
        <p:spPr>
          <a:xfrm>
            <a:off x="8523541" y="4695623"/>
            <a:ext cx="548700" cy="3935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b="0" l="0" r="0" t="0"/>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Montserrat"/>
                <a:ea typeface="Montserrat"/>
                <a:cs typeface="Montserrat"/>
                <a:sym typeface="Montserrat"/>
              </a:rPr>
              <a:t>Making the Internet work better</a:t>
            </a:r>
            <a:endParaRPr b="0" i="0" sz="1200" u="none" cap="none" strike="noStrike">
              <a:solidFill>
                <a:schemeClr val="lt2"/>
              </a:solidFill>
              <a:latin typeface="Montserrat"/>
              <a:ea typeface="Montserrat"/>
              <a:cs typeface="Montserrat"/>
              <a:sym typeface="Montserra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2" name="Shape 52"/>
        <p:cNvGrpSpPr/>
        <p:nvPr/>
      </p:nvGrpSpPr>
      <p:grpSpPr>
        <a:xfrm>
          <a:off x="0" y="0"/>
          <a:ext cx="0" cy="0"/>
          <a:chOff x="0" y="0"/>
          <a:chExt cx="0" cy="0"/>
        </a:xfrm>
      </p:grpSpPr>
      <p:sp>
        <p:nvSpPr>
          <p:cNvPr id="53" name="Google Shape;53;p11"/>
          <p:cNvSpPr/>
          <p:nvPr/>
        </p:nvSpPr>
        <p:spPr>
          <a:xfrm flipH="1" rot="10800000">
            <a:off x="0" y="1685925"/>
            <a:ext cx="9144000" cy="3457575"/>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lt1"/>
              </a:buClr>
              <a:buSzPts val="3200"/>
              <a:buFont typeface="Open Sans SemiBold"/>
              <a:buNone/>
              <a:defRPr b="0" i="0" sz="3200" u="none" cap="none" strike="noStrike">
                <a:solidFill>
                  <a:schemeClr val="lt1"/>
                </a:solidFill>
                <a:latin typeface="Open Sans"/>
                <a:ea typeface="Open Sans"/>
                <a:cs typeface="Open Sans"/>
                <a:sym typeface="Open Sans"/>
              </a:defRPr>
            </a:lvl1pPr>
            <a:lvl2pPr lvl="1"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56" name="Google Shape;56;p11"/>
          <p:cNvSpPr txBox="1"/>
          <p:nvPr>
            <p:ph idx="1" type="body"/>
          </p:nvPr>
        </p:nvSpPr>
        <p:spPr>
          <a:xfrm>
            <a:off x="627500" y="1794600"/>
            <a:ext cx="8066400" cy="2710125"/>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002D3C"/>
              </a:buClr>
              <a:buSzPts val="1800"/>
              <a:buFont typeface="Montserrat"/>
              <a:buChar char="●"/>
              <a:defRPr b="0" i="0" sz="1800" u="none" cap="none" strike="noStrike">
                <a:solidFill>
                  <a:srgbClr val="002D3C"/>
                </a:solidFill>
                <a:latin typeface="Montserrat"/>
                <a:ea typeface="Montserrat"/>
                <a:cs typeface="Montserrat"/>
                <a:sym typeface="Montserrat"/>
              </a:defRPr>
            </a:lvl1pPr>
            <a:lvl2pPr indent="-317500" lvl="1" marL="914400" marR="0" algn="l">
              <a:lnSpc>
                <a:spcPct val="115000"/>
              </a:lnSpc>
              <a:spcBef>
                <a:spcPts val="1600"/>
              </a:spcBef>
              <a:spcAft>
                <a:spcPts val="0"/>
              </a:spcAft>
              <a:buClr>
                <a:srgbClr val="002D3C"/>
              </a:buClr>
              <a:buSzPts val="1400"/>
              <a:buFont typeface="Montserrat"/>
              <a:buChar char="○"/>
              <a:defRPr b="0" i="0" sz="1400" u="none" cap="none" strike="noStrike">
                <a:solidFill>
                  <a:srgbClr val="002D3C"/>
                </a:solidFill>
                <a:latin typeface="Montserrat"/>
                <a:ea typeface="Montserrat"/>
                <a:cs typeface="Montserrat"/>
                <a:sym typeface="Montserrat"/>
              </a:defRPr>
            </a:lvl2pPr>
            <a:lvl3pPr indent="-317500" lvl="2" marL="1371600" marR="0" algn="l">
              <a:lnSpc>
                <a:spcPct val="115000"/>
              </a:lnSpc>
              <a:spcBef>
                <a:spcPts val="1600"/>
              </a:spcBef>
              <a:spcAft>
                <a:spcPts val="0"/>
              </a:spcAft>
              <a:buClr>
                <a:srgbClr val="002D3C"/>
              </a:buClr>
              <a:buSzPts val="1400"/>
              <a:buFont typeface="Montserrat"/>
              <a:buChar char="■"/>
              <a:defRPr b="0" i="0" sz="1400" u="none" cap="none" strike="noStrike">
                <a:solidFill>
                  <a:srgbClr val="002D3C"/>
                </a:solidFill>
                <a:latin typeface="Montserrat"/>
                <a:ea typeface="Montserrat"/>
                <a:cs typeface="Montserrat"/>
                <a:sym typeface="Montserrat"/>
              </a:defRPr>
            </a:lvl3pPr>
            <a:lvl4pPr indent="-317500" lvl="3" marL="1828800" marR="0" algn="l">
              <a:lnSpc>
                <a:spcPct val="115000"/>
              </a:lnSpc>
              <a:spcBef>
                <a:spcPts val="1600"/>
              </a:spcBef>
              <a:spcAft>
                <a:spcPts val="0"/>
              </a:spcAft>
              <a:buClr>
                <a:srgbClr val="002D3C"/>
              </a:buClr>
              <a:buSzPts val="1400"/>
              <a:buFont typeface="Montserrat"/>
              <a:buChar char="●"/>
              <a:defRPr b="0" i="0" sz="1400" u="none" cap="none" strike="noStrike">
                <a:solidFill>
                  <a:srgbClr val="002D3C"/>
                </a:solidFill>
                <a:latin typeface="Montserrat"/>
                <a:ea typeface="Montserrat"/>
                <a:cs typeface="Montserrat"/>
                <a:sym typeface="Montserrat"/>
              </a:defRPr>
            </a:lvl4pPr>
            <a:lvl5pPr indent="-317500" lvl="4" marL="2286000" marR="0" algn="l">
              <a:lnSpc>
                <a:spcPct val="115000"/>
              </a:lnSpc>
              <a:spcBef>
                <a:spcPts val="1600"/>
              </a:spcBef>
              <a:spcAft>
                <a:spcPts val="0"/>
              </a:spcAft>
              <a:buClr>
                <a:srgbClr val="002D3C"/>
              </a:buClr>
              <a:buSzPts val="1400"/>
              <a:buFont typeface="Montserrat"/>
              <a:buChar char="○"/>
              <a:defRPr b="0" i="0" sz="1400" u="none" cap="none" strike="noStrike">
                <a:solidFill>
                  <a:srgbClr val="002D3C"/>
                </a:solidFill>
                <a:latin typeface="Montserrat"/>
                <a:ea typeface="Montserrat"/>
                <a:cs typeface="Montserrat"/>
                <a:sym typeface="Montserrat"/>
              </a:defRPr>
            </a:lvl5pPr>
            <a:lvl6pPr indent="-317500" lvl="5" marL="2743200" marR="0" algn="l">
              <a:lnSpc>
                <a:spcPct val="115000"/>
              </a:lnSpc>
              <a:spcBef>
                <a:spcPts val="1600"/>
              </a:spcBef>
              <a:spcAft>
                <a:spcPts val="0"/>
              </a:spcAft>
              <a:buClr>
                <a:srgbClr val="002D3C"/>
              </a:buClr>
              <a:buSzPts val="1400"/>
              <a:buFont typeface="Montserrat"/>
              <a:buChar char="■"/>
              <a:defRPr b="0" i="0" sz="1400" u="none" cap="none" strike="noStrike">
                <a:solidFill>
                  <a:srgbClr val="002D3C"/>
                </a:solidFill>
                <a:latin typeface="Montserrat"/>
                <a:ea typeface="Montserrat"/>
                <a:cs typeface="Montserrat"/>
                <a:sym typeface="Montserrat"/>
              </a:defRPr>
            </a:lvl6pPr>
            <a:lvl7pPr indent="-317500" lvl="6" marL="3200400" marR="0" algn="l">
              <a:lnSpc>
                <a:spcPct val="115000"/>
              </a:lnSpc>
              <a:spcBef>
                <a:spcPts val="1600"/>
              </a:spcBef>
              <a:spcAft>
                <a:spcPts val="0"/>
              </a:spcAft>
              <a:buClr>
                <a:srgbClr val="002D3C"/>
              </a:buClr>
              <a:buSzPts val="1400"/>
              <a:buFont typeface="Montserrat"/>
              <a:buChar char="●"/>
              <a:defRPr b="0" i="0" sz="1400" u="none" cap="none" strike="noStrike">
                <a:solidFill>
                  <a:srgbClr val="002D3C"/>
                </a:solidFill>
                <a:latin typeface="Montserrat"/>
                <a:ea typeface="Montserrat"/>
                <a:cs typeface="Montserrat"/>
                <a:sym typeface="Montserrat"/>
              </a:defRPr>
            </a:lvl7pPr>
            <a:lvl8pPr indent="-317500" lvl="7" marL="3657600" marR="0" algn="l">
              <a:lnSpc>
                <a:spcPct val="115000"/>
              </a:lnSpc>
              <a:spcBef>
                <a:spcPts val="1600"/>
              </a:spcBef>
              <a:spcAft>
                <a:spcPts val="0"/>
              </a:spcAft>
              <a:buClr>
                <a:srgbClr val="002D3C"/>
              </a:buClr>
              <a:buSzPts val="1400"/>
              <a:buFont typeface="Montserrat"/>
              <a:buChar char="○"/>
              <a:defRPr b="0" i="0" sz="1400" u="none" cap="none" strike="noStrike">
                <a:solidFill>
                  <a:srgbClr val="002D3C"/>
                </a:solidFill>
                <a:latin typeface="Montserrat"/>
                <a:ea typeface="Montserrat"/>
                <a:cs typeface="Montserrat"/>
                <a:sym typeface="Montserrat"/>
              </a:defRPr>
            </a:lvl8pPr>
            <a:lvl9pPr indent="-317500" lvl="8" marL="4114800" marR="0" algn="l">
              <a:lnSpc>
                <a:spcPct val="115000"/>
              </a:lnSpc>
              <a:spcBef>
                <a:spcPts val="1600"/>
              </a:spcBef>
              <a:spcAft>
                <a:spcPts val="1600"/>
              </a:spcAft>
              <a:buClr>
                <a:srgbClr val="002D3C"/>
              </a:buClr>
              <a:buSzPts val="1400"/>
              <a:buFont typeface="Montserrat"/>
              <a:buChar char="■"/>
              <a:defRPr b="0" i="0" sz="1400" u="none" cap="none" strike="noStrike">
                <a:solidFill>
                  <a:srgbClr val="002D3C"/>
                </a:solidFill>
                <a:latin typeface="Montserrat"/>
                <a:ea typeface="Montserrat"/>
                <a:cs typeface="Montserrat"/>
                <a:sym typeface="Montserrat"/>
              </a:defRPr>
            </a:lvl9pPr>
          </a:lstStyle>
          <a:p/>
        </p:txBody>
      </p:sp>
      <p:sp>
        <p:nvSpPr>
          <p:cNvPr id="57" name="Google Shape;57;p11"/>
          <p:cNvSpPr txBox="1"/>
          <p:nvPr>
            <p:ph idx="12" type="sldNum"/>
          </p:nvPr>
        </p:nvSpPr>
        <p:spPr>
          <a:xfrm>
            <a:off x="78789" y="4689588"/>
            <a:ext cx="548700" cy="393525"/>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1pPr>
            <a:lvl2pPr indent="0" lvl="1"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2pPr>
            <a:lvl3pPr indent="0" lvl="2"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3pPr>
            <a:lvl4pPr indent="0" lvl="3"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4pPr>
            <a:lvl5pPr indent="0" lvl="4"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5pPr>
            <a:lvl6pPr indent="0" lvl="5"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6pPr>
            <a:lvl7pPr indent="0" lvl="6"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7pPr>
            <a:lvl8pPr indent="0" lvl="7"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8pPr>
            <a:lvl9pPr indent="0" lvl="8" marL="0" marR="0" algn="l">
              <a:lnSpc>
                <a:spcPct val="100000"/>
              </a:lnSpc>
              <a:spcBef>
                <a:spcPts val="0"/>
              </a:spcBef>
              <a:spcAft>
                <a:spcPts val="0"/>
              </a:spcAft>
              <a:buClr>
                <a:srgbClr val="000000"/>
              </a:buClr>
              <a:buSzPts val="1000"/>
              <a:buFont typeface="Arial"/>
              <a:buNone/>
              <a:defRPr b="0" i="0" sz="800" u="none" cap="none" strike="noStrike">
                <a:solidFill>
                  <a:schemeClr val="lt2"/>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b="0" l="0" r="0" t="0"/>
          <a:stretch/>
        </p:blipFill>
        <p:spPr>
          <a:xfrm>
            <a:off x="8204725" y="4520225"/>
            <a:ext cx="618862" cy="3536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12"/>
          <p:cNvSpPr txBox="1"/>
          <p:nvPr>
            <p:ph type="title"/>
          </p:nvPr>
        </p:nvSpPr>
        <p:spPr>
          <a:xfrm>
            <a:off x="460950" y="2065350"/>
            <a:ext cx="8222100" cy="10127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lt1"/>
              </a:buClr>
              <a:buSzPts val="4200"/>
              <a:buFont typeface="Open Sans"/>
              <a:buNone/>
              <a:defRPr b="0" i="0" sz="4400" u="none" cap="none" strike="noStrike">
                <a:solidFill>
                  <a:schemeClr val="lt1"/>
                </a:solidFill>
                <a:latin typeface="Open Sans"/>
                <a:ea typeface="Open Sans"/>
                <a:cs typeface="Open Sans"/>
                <a:sym typeface="Open Sans"/>
              </a:defRPr>
            </a:lvl1pPr>
            <a:lvl2pPr lvl="1" marR="0" algn="l">
              <a:lnSpc>
                <a:spcPct val="100000"/>
              </a:lnSpc>
              <a:spcBef>
                <a:spcPts val="0"/>
              </a:spcBef>
              <a:spcAft>
                <a:spcPts val="0"/>
              </a:spcAft>
              <a:buClr>
                <a:schemeClr val="lt1"/>
              </a:buClr>
              <a:buSzPts val="4200"/>
              <a:buFont typeface="Roboto"/>
              <a:buNone/>
              <a:defRPr b="0" i="0" sz="4200" u="none" cap="none" strike="noStrike">
                <a:solidFill>
                  <a:schemeClr val="lt1"/>
                </a:solidFill>
                <a:latin typeface="Roboto"/>
                <a:ea typeface="Roboto"/>
                <a:cs typeface="Roboto"/>
                <a:sym typeface="Roboto"/>
              </a:defRPr>
            </a:lvl2pPr>
            <a:lvl3pPr lvl="2" marR="0" algn="l">
              <a:lnSpc>
                <a:spcPct val="100000"/>
              </a:lnSpc>
              <a:spcBef>
                <a:spcPts val="0"/>
              </a:spcBef>
              <a:spcAft>
                <a:spcPts val="0"/>
              </a:spcAft>
              <a:buClr>
                <a:schemeClr val="lt1"/>
              </a:buClr>
              <a:buSzPts val="4200"/>
              <a:buFont typeface="Roboto"/>
              <a:buNone/>
              <a:defRPr b="0" i="0" sz="4200" u="none" cap="none" strike="noStrike">
                <a:solidFill>
                  <a:schemeClr val="lt1"/>
                </a:solidFill>
                <a:latin typeface="Roboto"/>
                <a:ea typeface="Roboto"/>
                <a:cs typeface="Roboto"/>
                <a:sym typeface="Roboto"/>
              </a:defRPr>
            </a:lvl3pPr>
            <a:lvl4pPr lvl="3" marR="0" algn="l">
              <a:lnSpc>
                <a:spcPct val="100000"/>
              </a:lnSpc>
              <a:spcBef>
                <a:spcPts val="0"/>
              </a:spcBef>
              <a:spcAft>
                <a:spcPts val="0"/>
              </a:spcAft>
              <a:buClr>
                <a:schemeClr val="lt1"/>
              </a:buClr>
              <a:buSzPts val="4200"/>
              <a:buFont typeface="Roboto"/>
              <a:buNone/>
              <a:defRPr b="0" i="0" sz="4200" u="none" cap="none" strike="noStrike">
                <a:solidFill>
                  <a:schemeClr val="lt1"/>
                </a:solidFill>
                <a:latin typeface="Roboto"/>
                <a:ea typeface="Roboto"/>
                <a:cs typeface="Roboto"/>
                <a:sym typeface="Roboto"/>
              </a:defRPr>
            </a:lvl4pPr>
            <a:lvl5pPr lvl="4" marR="0" algn="l">
              <a:lnSpc>
                <a:spcPct val="100000"/>
              </a:lnSpc>
              <a:spcBef>
                <a:spcPts val="0"/>
              </a:spcBef>
              <a:spcAft>
                <a:spcPts val="0"/>
              </a:spcAft>
              <a:buClr>
                <a:schemeClr val="lt1"/>
              </a:buClr>
              <a:buSzPts val="4200"/>
              <a:buFont typeface="Roboto"/>
              <a:buNone/>
              <a:defRPr b="0" i="0" sz="4200" u="none" cap="none" strike="noStrike">
                <a:solidFill>
                  <a:schemeClr val="lt1"/>
                </a:solidFill>
                <a:latin typeface="Roboto"/>
                <a:ea typeface="Roboto"/>
                <a:cs typeface="Roboto"/>
                <a:sym typeface="Roboto"/>
              </a:defRPr>
            </a:lvl5pPr>
            <a:lvl6pPr lvl="5" marR="0" algn="l">
              <a:lnSpc>
                <a:spcPct val="100000"/>
              </a:lnSpc>
              <a:spcBef>
                <a:spcPts val="0"/>
              </a:spcBef>
              <a:spcAft>
                <a:spcPts val="0"/>
              </a:spcAft>
              <a:buClr>
                <a:schemeClr val="lt1"/>
              </a:buClr>
              <a:buSzPts val="4200"/>
              <a:buFont typeface="Roboto"/>
              <a:buNone/>
              <a:defRPr b="0" i="0" sz="4200" u="none" cap="none" strike="noStrike">
                <a:solidFill>
                  <a:schemeClr val="lt1"/>
                </a:solidFill>
                <a:latin typeface="Roboto"/>
                <a:ea typeface="Roboto"/>
                <a:cs typeface="Roboto"/>
                <a:sym typeface="Roboto"/>
              </a:defRPr>
            </a:lvl6pPr>
            <a:lvl7pPr lvl="6" marR="0" algn="l">
              <a:lnSpc>
                <a:spcPct val="100000"/>
              </a:lnSpc>
              <a:spcBef>
                <a:spcPts val="0"/>
              </a:spcBef>
              <a:spcAft>
                <a:spcPts val="0"/>
              </a:spcAft>
              <a:buClr>
                <a:schemeClr val="lt1"/>
              </a:buClr>
              <a:buSzPts val="4200"/>
              <a:buFont typeface="Roboto"/>
              <a:buNone/>
              <a:defRPr b="0" i="0" sz="4200" u="none" cap="none" strike="noStrike">
                <a:solidFill>
                  <a:schemeClr val="lt1"/>
                </a:solidFill>
                <a:latin typeface="Roboto"/>
                <a:ea typeface="Roboto"/>
                <a:cs typeface="Roboto"/>
                <a:sym typeface="Roboto"/>
              </a:defRPr>
            </a:lvl7pPr>
            <a:lvl8pPr lvl="7" marR="0" algn="l">
              <a:lnSpc>
                <a:spcPct val="100000"/>
              </a:lnSpc>
              <a:spcBef>
                <a:spcPts val="0"/>
              </a:spcBef>
              <a:spcAft>
                <a:spcPts val="0"/>
              </a:spcAft>
              <a:buClr>
                <a:schemeClr val="lt1"/>
              </a:buClr>
              <a:buSzPts val="4200"/>
              <a:buFont typeface="Roboto"/>
              <a:buNone/>
              <a:defRPr b="0" i="0" sz="4200" u="none" cap="none" strike="noStrike">
                <a:solidFill>
                  <a:schemeClr val="lt1"/>
                </a:solidFill>
                <a:latin typeface="Roboto"/>
                <a:ea typeface="Roboto"/>
                <a:cs typeface="Roboto"/>
                <a:sym typeface="Roboto"/>
              </a:defRPr>
            </a:lvl8pPr>
            <a:lvl9pPr lvl="8" marR="0" algn="l">
              <a:lnSpc>
                <a:spcPct val="100000"/>
              </a:lnSpc>
              <a:spcBef>
                <a:spcPts val="0"/>
              </a:spcBef>
              <a:spcAft>
                <a:spcPts val="0"/>
              </a:spcAft>
              <a:buClr>
                <a:schemeClr val="lt1"/>
              </a:buClr>
              <a:buSzPts val="4200"/>
              <a:buFont typeface="Roboto"/>
              <a:buNone/>
              <a:defRPr b="0" i="0" sz="4200" u="none" cap="none" strike="noStrike">
                <a:solidFill>
                  <a:schemeClr val="lt1"/>
                </a:solidFill>
                <a:latin typeface="Roboto"/>
                <a:ea typeface="Roboto"/>
                <a:cs typeface="Roboto"/>
                <a:sym typeface="Roboto"/>
              </a:defRPr>
            </a:lvl9pPr>
          </a:lstStyle>
          <a:p/>
        </p:txBody>
      </p:sp>
      <p:sp>
        <p:nvSpPr>
          <p:cNvPr id="61" name="Google Shape;61;p12"/>
          <p:cNvSpPr txBox="1"/>
          <p:nvPr>
            <p:ph idx="12" type="sldNum"/>
          </p:nvPr>
        </p:nvSpPr>
        <p:spPr>
          <a:xfrm>
            <a:off x="8523541" y="4695623"/>
            <a:ext cx="548700" cy="3935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13"/>
          <p:cNvSpPr/>
          <p:nvPr/>
        </p:nvSpPr>
        <p:spPr>
          <a:xfrm flipH="1" rot="10800000">
            <a:off x="0" y="1685925"/>
            <a:ext cx="9144000" cy="3457575"/>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lt1"/>
              </a:buClr>
              <a:buSzPts val="3200"/>
              <a:buFont typeface="Open Sans"/>
              <a:buNone/>
              <a:defRPr b="0" i="0" sz="3200" u="none" cap="none" strike="noStrike">
                <a:solidFill>
                  <a:schemeClr val="lt1"/>
                </a:solidFill>
                <a:latin typeface="Open Sans"/>
                <a:ea typeface="Open Sans"/>
                <a:cs typeface="Open Sans"/>
                <a:sym typeface="Open Sans"/>
              </a:defRPr>
            </a:lvl1pPr>
            <a:lvl2pPr lvl="1"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66" name="Google Shape;66;p13"/>
          <p:cNvSpPr txBox="1"/>
          <p:nvPr>
            <p:ph idx="1" type="body"/>
          </p:nvPr>
        </p:nvSpPr>
        <p:spPr>
          <a:xfrm>
            <a:off x="471900" y="1919075"/>
            <a:ext cx="3999900" cy="2710125"/>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1pPr>
            <a:lvl2pPr indent="-304800" lvl="1" marL="9144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2pPr>
            <a:lvl3pPr indent="-304800" lvl="2" marL="13716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3pPr>
            <a:lvl4pPr indent="-304800" lvl="3" marL="18288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4pPr>
            <a:lvl5pPr indent="-304800" lvl="4" marL="22860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5pPr>
            <a:lvl6pPr indent="-304800" lvl="5" marL="27432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6pPr>
            <a:lvl7pPr indent="-304800" lvl="6" marL="32004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7pPr>
            <a:lvl8pPr indent="-304800" lvl="7" marL="36576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8pPr>
            <a:lvl9pPr indent="-304800" lvl="8" marL="4114800" marR="0" algn="l">
              <a:lnSpc>
                <a:spcPct val="115000"/>
              </a:lnSpc>
              <a:spcBef>
                <a:spcPts val="1600"/>
              </a:spcBef>
              <a:spcAft>
                <a:spcPts val="160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9pPr>
          </a:lstStyle>
          <a:p/>
        </p:txBody>
      </p:sp>
      <p:sp>
        <p:nvSpPr>
          <p:cNvPr id="67" name="Google Shape;67;p13"/>
          <p:cNvSpPr txBox="1"/>
          <p:nvPr>
            <p:ph idx="2" type="body"/>
          </p:nvPr>
        </p:nvSpPr>
        <p:spPr>
          <a:xfrm>
            <a:off x="4694250" y="1919075"/>
            <a:ext cx="3999900" cy="2710125"/>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1pPr>
            <a:lvl2pPr indent="-304800" lvl="1" marL="9144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2pPr>
            <a:lvl3pPr indent="-304800" lvl="2" marL="13716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3pPr>
            <a:lvl4pPr indent="-304800" lvl="3" marL="18288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4pPr>
            <a:lvl5pPr indent="-304800" lvl="4" marL="22860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5pPr>
            <a:lvl6pPr indent="-304800" lvl="5" marL="27432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6pPr>
            <a:lvl7pPr indent="-304800" lvl="6" marL="32004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7pPr>
            <a:lvl8pPr indent="-304800" lvl="7" marL="3657600" marR="0" algn="l">
              <a:lnSpc>
                <a:spcPct val="115000"/>
              </a:lnSpc>
              <a:spcBef>
                <a:spcPts val="1600"/>
              </a:spcBef>
              <a:spcAft>
                <a:spcPts val="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8pPr>
            <a:lvl9pPr indent="-304800" lvl="8" marL="4114800" marR="0" algn="l">
              <a:lnSpc>
                <a:spcPct val="115000"/>
              </a:lnSpc>
              <a:spcBef>
                <a:spcPts val="1600"/>
              </a:spcBef>
              <a:spcAft>
                <a:spcPts val="1600"/>
              </a:spcAft>
              <a:buClr>
                <a:schemeClr val="lt2"/>
              </a:buClr>
              <a:buSzPts val="1200"/>
              <a:buFont typeface="Montserrat"/>
              <a:buChar char="■"/>
              <a:defRPr b="0" i="0" sz="1200" u="none" cap="none" strike="noStrike">
                <a:solidFill>
                  <a:schemeClr val="lt2"/>
                </a:solidFill>
                <a:latin typeface="Montserrat"/>
                <a:ea typeface="Montserrat"/>
                <a:cs typeface="Montserrat"/>
                <a:sym typeface="Montserrat"/>
              </a:defRPr>
            </a:lvl9pPr>
          </a:lstStyle>
          <a:p/>
        </p:txBody>
      </p:sp>
      <p:sp>
        <p:nvSpPr>
          <p:cNvPr id="68" name="Google Shape;68;p13"/>
          <p:cNvSpPr txBox="1"/>
          <p:nvPr>
            <p:ph idx="12" type="sldNum"/>
          </p:nvPr>
        </p:nvSpPr>
        <p:spPr>
          <a:xfrm>
            <a:off x="78789" y="4689588"/>
            <a:ext cx="548700" cy="393525"/>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l">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b="0" l="0" r="0" t="0"/>
          <a:stretch/>
        </p:blipFill>
        <p:spPr>
          <a:xfrm>
            <a:off x="8204725" y="4520225"/>
            <a:ext cx="618862" cy="353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14"/>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4"/>
          <p:cNvSpPr txBox="1"/>
          <p:nvPr>
            <p:ph type="title"/>
          </p:nvPr>
        </p:nvSpPr>
        <p:spPr>
          <a:xfrm>
            <a:off x="226078" y="357800"/>
            <a:ext cx="2808000" cy="953325"/>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lt1"/>
              </a:buClr>
              <a:buSzPts val="2400"/>
              <a:buFont typeface="Arial"/>
              <a:buNone/>
              <a:defRPr b="0" i="0" sz="2400" u="none" cap="none" strike="noStrike">
                <a:solidFill>
                  <a:schemeClr val="lt1"/>
                </a:solidFill>
                <a:latin typeface="Open Sans"/>
                <a:ea typeface="Open Sans"/>
                <a:cs typeface="Open Sans"/>
                <a:sym typeface="Open Sans"/>
              </a:defRPr>
            </a:lvl1pPr>
            <a:lvl2pPr lvl="1" marR="0" algn="l">
              <a:lnSpc>
                <a:spcPct val="100000"/>
              </a:lnSpc>
              <a:spcBef>
                <a:spcPts val="0"/>
              </a:spcBef>
              <a:spcAft>
                <a:spcPts val="0"/>
              </a:spcAft>
              <a:buClr>
                <a:schemeClr val="lt1"/>
              </a:buClr>
              <a:buSzPts val="2400"/>
              <a:buFont typeface="Roboto"/>
              <a:buNone/>
              <a:defRPr b="0" i="0" sz="2400" u="none" cap="none" strike="noStrike">
                <a:solidFill>
                  <a:schemeClr val="lt1"/>
                </a:solidFill>
                <a:latin typeface="Roboto"/>
                <a:ea typeface="Roboto"/>
                <a:cs typeface="Roboto"/>
                <a:sym typeface="Roboto"/>
              </a:defRPr>
            </a:lvl2pPr>
            <a:lvl3pPr lvl="2" marR="0" algn="l">
              <a:lnSpc>
                <a:spcPct val="100000"/>
              </a:lnSpc>
              <a:spcBef>
                <a:spcPts val="0"/>
              </a:spcBef>
              <a:spcAft>
                <a:spcPts val="0"/>
              </a:spcAft>
              <a:buClr>
                <a:schemeClr val="lt1"/>
              </a:buClr>
              <a:buSzPts val="2400"/>
              <a:buFont typeface="Roboto"/>
              <a:buNone/>
              <a:defRPr b="0" i="0" sz="2400" u="none" cap="none" strike="noStrike">
                <a:solidFill>
                  <a:schemeClr val="lt1"/>
                </a:solidFill>
                <a:latin typeface="Roboto"/>
                <a:ea typeface="Roboto"/>
                <a:cs typeface="Roboto"/>
                <a:sym typeface="Roboto"/>
              </a:defRPr>
            </a:lvl3pPr>
            <a:lvl4pPr lvl="3" marR="0" algn="l">
              <a:lnSpc>
                <a:spcPct val="100000"/>
              </a:lnSpc>
              <a:spcBef>
                <a:spcPts val="0"/>
              </a:spcBef>
              <a:spcAft>
                <a:spcPts val="0"/>
              </a:spcAft>
              <a:buClr>
                <a:schemeClr val="lt1"/>
              </a:buClr>
              <a:buSzPts val="2400"/>
              <a:buFont typeface="Roboto"/>
              <a:buNone/>
              <a:defRPr b="0" i="0" sz="2400" u="none" cap="none" strike="noStrike">
                <a:solidFill>
                  <a:schemeClr val="lt1"/>
                </a:solidFill>
                <a:latin typeface="Roboto"/>
                <a:ea typeface="Roboto"/>
                <a:cs typeface="Roboto"/>
                <a:sym typeface="Roboto"/>
              </a:defRPr>
            </a:lvl4pPr>
            <a:lvl5pPr lvl="4" marR="0" algn="l">
              <a:lnSpc>
                <a:spcPct val="100000"/>
              </a:lnSpc>
              <a:spcBef>
                <a:spcPts val="0"/>
              </a:spcBef>
              <a:spcAft>
                <a:spcPts val="0"/>
              </a:spcAft>
              <a:buClr>
                <a:schemeClr val="lt1"/>
              </a:buClr>
              <a:buSzPts val="2400"/>
              <a:buFont typeface="Roboto"/>
              <a:buNone/>
              <a:defRPr b="0" i="0" sz="2400" u="none" cap="none" strike="noStrike">
                <a:solidFill>
                  <a:schemeClr val="lt1"/>
                </a:solidFill>
                <a:latin typeface="Roboto"/>
                <a:ea typeface="Roboto"/>
                <a:cs typeface="Roboto"/>
                <a:sym typeface="Roboto"/>
              </a:defRPr>
            </a:lvl5pPr>
            <a:lvl6pPr lvl="5" marR="0" algn="l">
              <a:lnSpc>
                <a:spcPct val="100000"/>
              </a:lnSpc>
              <a:spcBef>
                <a:spcPts val="0"/>
              </a:spcBef>
              <a:spcAft>
                <a:spcPts val="0"/>
              </a:spcAft>
              <a:buClr>
                <a:schemeClr val="lt1"/>
              </a:buClr>
              <a:buSzPts val="2400"/>
              <a:buFont typeface="Roboto"/>
              <a:buNone/>
              <a:defRPr b="0" i="0" sz="2400" u="none" cap="none" strike="noStrike">
                <a:solidFill>
                  <a:schemeClr val="lt1"/>
                </a:solidFill>
                <a:latin typeface="Roboto"/>
                <a:ea typeface="Roboto"/>
                <a:cs typeface="Roboto"/>
                <a:sym typeface="Roboto"/>
              </a:defRPr>
            </a:lvl6pPr>
            <a:lvl7pPr lvl="6" marR="0" algn="l">
              <a:lnSpc>
                <a:spcPct val="100000"/>
              </a:lnSpc>
              <a:spcBef>
                <a:spcPts val="0"/>
              </a:spcBef>
              <a:spcAft>
                <a:spcPts val="0"/>
              </a:spcAft>
              <a:buClr>
                <a:schemeClr val="lt1"/>
              </a:buClr>
              <a:buSzPts val="2400"/>
              <a:buFont typeface="Roboto"/>
              <a:buNone/>
              <a:defRPr b="0" i="0" sz="2400" u="none" cap="none" strike="noStrike">
                <a:solidFill>
                  <a:schemeClr val="lt1"/>
                </a:solidFill>
                <a:latin typeface="Roboto"/>
                <a:ea typeface="Roboto"/>
                <a:cs typeface="Roboto"/>
                <a:sym typeface="Roboto"/>
              </a:defRPr>
            </a:lvl7pPr>
            <a:lvl8pPr lvl="7" marR="0" algn="l">
              <a:lnSpc>
                <a:spcPct val="100000"/>
              </a:lnSpc>
              <a:spcBef>
                <a:spcPts val="0"/>
              </a:spcBef>
              <a:spcAft>
                <a:spcPts val="0"/>
              </a:spcAft>
              <a:buClr>
                <a:schemeClr val="lt1"/>
              </a:buClr>
              <a:buSzPts val="2400"/>
              <a:buFont typeface="Roboto"/>
              <a:buNone/>
              <a:defRPr b="0" i="0" sz="2400" u="none" cap="none" strike="noStrike">
                <a:solidFill>
                  <a:schemeClr val="lt1"/>
                </a:solidFill>
                <a:latin typeface="Roboto"/>
                <a:ea typeface="Roboto"/>
                <a:cs typeface="Roboto"/>
                <a:sym typeface="Roboto"/>
              </a:defRPr>
            </a:lvl8pPr>
            <a:lvl9pPr lvl="8" marR="0" algn="l">
              <a:lnSpc>
                <a:spcPct val="100000"/>
              </a:lnSpc>
              <a:spcBef>
                <a:spcPts val="0"/>
              </a:spcBef>
              <a:spcAft>
                <a:spcPts val="0"/>
              </a:spcAft>
              <a:buClr>
                <a:schemeClr val="lt1"/>
              </a:buClr>
              <a:buSzPts val="2400"/>
              <a:buFont typeface="Roboto"/>
              <a:buNone/>
              <a:defRPr b="0" i="0" sz="2400" u="none" cap="none" strike="noStrike">
                <a:solidFill>
                  <a:schemeClr val="lt1"/>
                </a:solidFill>
                <a:latin typeface="Roboto"/>
                <a:ea typeface="Roboto"/>
                <a:cs typeface="Roboto"/>
                <a:sym typeface="Roboto"/>
              </a:defRPr>
            </a:lvl9pPr>
          </a:lstStyle>
          <a:p/>
        </p:txBody>
      </p:sp>
      <p:sp>
        <p:nvSpPr>
          <p:cNvPr id="74" name="Google Shape;74;p14"/>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0"/>
              </a:spcBef>
              <a:spcAft>
                <a:spcPts val="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1pPr>
            <a:lvl2pPr indent="-304800" lvl="1" marL="914400" marR="0" algn="l">
              <a:lnSpc>
                <a:spcPct val="115000"/>
              </a:lnSpc>
              <a:spcBef>
                <a:spcPts val="1600"/>
              </a:spcBef>
              <a:spcAft>
                <a:spcPts val="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2pPr>
            <a:lvl3pPr indent="-304800" lvl="2" marL="1371600" marR="0" algn="l">
              <a:lnSpc>
                <a:spcPct val="115000"/>
              </a:lnSpc>
              <a:spcBef>
                <a:spcPts val="1600"/>
              </a:spcBef>
              <a:spcAft>
                <a:spcPts val="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3pPr>
            <a:lvl4pPr indent="-304800" lvl="3" marL="1828800" marR="0" algn="l">
              <a:lnSpc>
                <a:spcPct val="115000"/>
              </a:lnSpc>
              <a:spcBef>
                <a:spcPts val="1600"/>
              </a:spcBef>
              <a:spcAft>
                <a:spcPts val="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4pPr>
            <a:lvl5pPr indent="-304800" lvl="4" marL="2286000" marR="0" algn="l">
              <a:lnSpc>
                <a:spcPct val="115000"/>
              </a:lnSpc>
              <a:spcBef>
                <a:spcPts val="1600"/>
              </a:spcBef>
              <a:spcAft>
                <a:spcPts val="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5pPr>
            <a:lvl6pPr indent="-304800" lvl="5" marL="2743200" marR="0" algn="l">
              <a:lnSpc>
                <a:spcPct val="115000"/>
              </a:lnSpc>
              <a:spcBef>
                <a:spcPts val="1600"/>
              </a:spcBef>
              <a:spcAft>
                <a:spcPts val="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6pPr>
            <a:lvl7pPr indent="-304800" lvl="6" marL="3200400" marR="0" algn="l">
              <a:lnSpc>
                <a:spcPct val="115000"/>
              </a:lnSpc>
              <a:spcBef>
                <a:spcPts val="1600"/>
              </a:spcBef>
              <a:spcAft>
                <a:spcPts val="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7pPr>
            <a:lvl8pPr indent="-304800" lvl="7" marL="3657600" marR="0" algn="l">
              <a:lnSpc>
                <a:spcPct val="115000"/>
              </a:lnSpc>
              <a:spcBef>
                <a:spcPts val="1600"/>
              </a:spcBef>
              <a:spcAft>
                <a:spcPts val="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8pPr>
            <a:lvl9pPr indent="-304800" lvl="8" marL="4114800" marR="0" algn="l">
              <a:lnSpc>
                <a:spcPct val="115000"/>
              </a:lnSpc>
              <a:spcBef>
                <a:spcPts val="1600"/>
              </a:spcBef>
              <a:spcAft>
                <a:spcPts val="1600"/>
              </a:spcAft>
              <a:buClr>
                <a:schemeClr val="lt1"/>
              </a:buClr>
              <a:buSzPts val="1200"/>
              <a:buFont typeface="Montserrat"/>
              <a:buChar char="■"/>
              <a:defRPr b="0" i="0" sz="1200" u="none" cap="none" strike="noStrike">
                <a:solidFill>
                  <a:schemeClr val="lt1"/>
                </a:solidFill>
                <a:latin typeface="Montserrat"/>
                <a:ea typeface="Montserrat"/>
                <a:cs typeface="Montserrat"/>
                <a:sym typeface="Montserrat"/>
              </a:defRPr>
            </a:lvl9pPr>
          </a:lstStyle>
          <a:p/>
        </p:txBody>
      </p:sp>
      <p:sp>
        <p:nvSpPr>
          <p:cNvPr id="75" name="Google Shape;75;p14"/>
          <p:cNvSpPr txBox="1"/>
          <p:nvPr>
            <p:ph idx="12" type="sldNum"/>
          </p:nvPr>
        </p:nvSpPr>
        <p:spPr>
          <a:xfrm>
            <a:off x="8523541" y="4695623"/>
            <a:ext cx="548700" cy="3935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15"/>
          <p:cNvSpPr txBox="1"/>
          <p:nvPr>
            <p:ph type="title"/>
          </p:nvPr>
        </p:nvSpPr>
        <p:spPr>
          <a:xfrm>
            <a:off x="490250" y="488250"/>
            <a:ext cx="6227100" cy="40907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lt1"/>
              </a:buClr>
              <a:buSzPts val="5200"/>
              <a:buFont typeface="Open Sans"/>
              <a:buNone/>
              <a:defRPr b="0" i="0" sz="5200" u="none" cap="none" strike="noStrike">
                <a:solidFill>
                  <a:schemeClr val="lt1"/>
                </a:solidFill>
                <a:latin typeface="Open Sans"/>
                <a:ea typeface="Open Sans"/>
                <a:cs typeface="Open Sans"/>
                <a:sym typeface="Open Sans"/>
              </a:defRPr>
            </a:lvl1pPr>
            <a:lvl2pPr lvl="1" marR="0" algn="l">
              <a:lnSpc>
                <a:spcPct val="100000"/>
              </a:lnSpc>
              <a:spcBef>
                <a:spcPts val="0"/>
              </a:spcBef>
              <a:spcAft>
                <a:spcPts val="0"/>
              </a:spcAft>
              <a:buClr>
                <a:schemeClr val="lt1"/>
              </a:buClr>
              <a:buSzPts val="6000"/>
              <a:buFont typeface="Roboto"/>
              <a:buNone/>
              <a:defRPr b="0" i="0" sz="6000" u="none" cap="none" strike="noStrike">
                <a:solidFill>
                  <a:schemeClr val="lt1"/>
                </a:solidFill>
                <a:latin typeface="Roboto"/>
                <a:ea typeface="Roboto"/>
                <a:cs typeface="Roboto"/>
                <a:sym typeface="Roboto"/>
              </a:defRPr>
            </a:lvl2pPr>
            <a:lvl3pPr lvl="2" marR="0" algn="l">
              <a:lnSpc>
                <a:spcPct val="100000"/>
              </a:lnSpc>
              <a:spcBef>
                <a:spcPts val="0"/>
              </a:spcBef>
              <a:spcAft>
                <a:spcPts val="0"/>
              </a:spcAft>
              <a:buClr>
                <a:schemeClr val="lt1"/>
              </a:buClr>
              <a:buSzPts val="6000"/>
              <a:buFont typeface="Roboto"/>
              <a:buNone/>
              <a:defRPr b="0" i="0" sz="6000" u="none" cap="none" strike="noStrike">
                <a:solidFill>
                  <a:schemeClr val="lt1"/>
                </a:solidFill>
                <a:latin typeface="Roboto"/>
                <a:ea typeface="Roboto"/>
                <a:cs typeface="Roboto"/>
                <a:sym typeface="Roboto"/>
              </a:defRPr>
            </a:lvl3pPr>
            <a:lvl4pPr lvl="3" marR="0" algn="l">
              <a:lnSpc>
                <a:spcPct val="100000"/>
              </a:lnSpc>
              <a:spcBef>
                <a:spcPts val="0"/>
              </a:spcBef>
              <a:spcAft>
                <a:spcPts val="0"/>
              </a:spcAft>
              <a:buClr>
                <a:schemeClr val="lt1"/>
              </a:buClr>
              <a:buSzPts val="6000"/>
              <a:buFont typeface="Roboto"/>
              <a:buNone/>
              <a:defRPr b="0" i="0" sz="6000" u="none" cap="none" strike="noStrike">
                <a:solidFill>
                  <a:schemeClr val="lt1"/>
                </a:solidFill>
                <a:latin typeface="Roboto"/>
                <a:ea typeface="Roboto"/>
                <a:cs typeface="Roboto"/>
                <a:sym typeface="Roboto"/>
              </a:defRPr>
            </a:lvl4pPr>
            <a:lvl5pPr lvl="4" marR="0" algn="l">
              <a:lnSpc>
                <a:spcPct val="100000"/>
              </a:lnSpc>
              <a:spcBef>
                <a:spcPts val="0"/>
              </a:spcBef>
              <a:spcAft>
                <a:spcPts val="0"/>
              </a:spcAft>
              <a:buClr>
                <a:schemeClr val="lt1"/>
              </a:buClr>
              <a:buSzPts val="6000"/>
              <a:buFont typeface="Roboto"/>
              <a:buNone/>
              <a:defRPr b="0" i="0" sz="6000" u="none" cap="none" strike="noStrike">
                <a:solidFill>
                  <a:schemeClr val="lt1"/>
                </a:solidFill>
                <a:latin typeface="Roboto"/>
                <a:ea typeface="Roboto"/>
                <a:cs typeface="Roboto"/>
                <a:sym typeface="Roboto"/>
              </a:defRPr>
            </a:lvl5pPr>
            <a:lvl6pPr lvl="5" marR="0" algn="l">
              <a:lnSpc>
                <a:spcPct val="100000"/>
              </a:lnSpc>
              <a:spcBef>
                <a:spcPts val="0"/>
              </a:spcBef>
              <a:spcAft>
                <a:spcPts val="0"/>
              </a:spcAft>
              <a:buClr>
                <a:schemeClr val="lt1"/>
              </a:buClr>
              <a:buSzPts val="6000"/>
              <a:buFont typeface="Roboto"/>
              <a:buNone/>
              <a:defRPr b="0" i="0" sz="6000" u="none" cap="none" strike="noStrike">
                <a:solidFill>
                  <a:schemeClr val="lt1"/>
                </a:solidFill>
                <a:latin typeface="Roboto"/>
                <a:ea typeface="Roboto"/>
                <a:cs typeface="Roboto"/>
                <a:sym typeface="Roboto"/>
              </a:defRPr>
            </a:lvl6pPr>
            <a:lvl7pPr lvl="6" marR="0" algn="l">
              <a:lnSpc>
                <a:spcPct val="100000"/>
              </a:lnSpc>
              <a:spcBef>
                <a:spcPts val="0"/>
              </a:spcBef>
              <a:spcAft>
                <a:spcPts val="0"/>
              </a:spcAft>
              <a:buClr>
                <a:schemeClr val="lt1"/>
              </a:buClr>
              <a:buSzPts val="6000"/>
              <a:buFont typeface="Roboto"/>
              <a:buNone/>
              <a:defRPr b="0" i="0" sz="6000" u="none" cap="none" strike="noStrike">
                <a:solidFill>
                  <a:schemeClr val="lt1"/>
                </a:solidFill>
                <a:latin typeface="Roboto"/>
                <a:ea typeface="Roboto"/>
                <a:cs typeface="Roboto"/>
                <a:sym typeface="Roboto"/>
              </a:defRPr>
            </a:lvl7pPr>
            <a:lvl8pPr lvl="7" marR="0" algn="l">
              <a:lnSpc>
                <a:spcPct val="100000"/>
              </a:lnSpc>
              <a:spcBef>
                <a:spcPts val="0"/>
              </a:spcBef>
              <a:spcAft>
                <a:spcPts val="0"/>
              </a:spcAft>
              <a:buClr>
                <a:schemeClr val="lt1"/>
              </a:buClr>
              <a:buSzPts val="6000"/>
              <a:buFont typeface="Roboto"/>
              <a:buNone/>
              <a:defRPr b="0" i="0" sz="6000" u="none" cap="none" strike="noStrike">
                <a:solidFill>
                  <a:schemeClr val="lt1"/>
                </a:solidFill>
                <a:latin typeface="Roboto"/>
                <a:ea typeface="Roboto"/>
                <a:cs typeface="Roboto"/>
                <a:sym typeface="Roboto"/>
              </a:defRPr>
            </a:lvl8pPr>
            <a:lvl9pPr lvl="8" marR="0" algn="l">
              <a:lnSpc>
                <a:spcPct val="100000"/>
              </a:lnSpc>
              <a:spcBef>
                <a:spcPts val="0"/>
              </a:spcBef>
              <a:spcAft>
                <a:spcPts val="0"/>
              </a:spcAft>
              <a:buClr>
                <a:schemeClr val="lt1"/>
              </a:buClr>
              <a:buSzPts val="6000"/>
              <a:buFont typeface="Roboto"/>
              <a:buNone/>
              <a:defRPr b="0" i="0" sz="6000" u="none" cap="none" strike="noStrike">
                <a:solidFill>
                  <a:schemeClr val="lt1"/>
                </a:solidFill>
                <a:latin typeface="Roboto"/>
                <a:ea typeface="Roboto"/>
                <a:cs typeface="Roboto"/>
                <a:sym typeface="Roboto"/>
              </a:defRPr>
            </a:lvl9pPr>
          </a:lstStyle>
          <a:p/>
        </p:txBody>
      </p:sp>
      <p:sp>
        <p:nvSpPr>
          <p:cNvPr id="78" name="Google Shape;78;p15"/>
          <p:cNvSpPr txBox="1"/>
          <p:nvPr>
            <p:ph idx="12" type="sldNum"/>
          </p:nvPr>
        </p:nvSpPr>
        <p:spPr>
          <a:xfrm>
            <a:off x="8523541" y="4695623"/>
            <a:ext cx="548700" cy="3935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chemeClr val="dk2"/>
              </a:buClr>
              <a:buSzPts val="4200"/>
              <a:buFont typeface="Arial"/>
              <a:buNone/>
              <a:defRPr b="0" i="0" sz="4200" u="none" cap="none" strike="noStrike">
                <a:solidFill>
                  <a:schemeClr val="dk2"/>
                </a:solidFill>
                <a:latin typeface="Arial"/>
                <a:ea typeface="Arial"/>
                <a:cs typeface="Arial"/>
                <a:sym typeface="Arial"/>
              </a:defRPr>
            </a:lvl1pPr>
            <a:lvl2pPr lvl="1" marR="0" algn="ctr">
              <a:lnSpc>
                <a:spcPct val="100000"/>
              </a:lnSpc>
              <a:spcBef>
                <a:spcPts val="0"/>
              </a:spcBef>
              <a:spcAft>
                <a:spcPts val="0"/>
              </a:spcAft>
              <a:buClr>
                <a:schemeClr val="dk2"/>
              </a:buClr>
              <a:buSzPts val="4200"/>
              <a:buFont typeface="Roboto"/>
              <a:buNone/>
              <a:defRPr b="0" i="0" sz="4200" u="none" cap="none" strike="noStrike">
                <a:solidFill>
                  <a:schemeClr val="dk2"/>
                </a:solidFill>
                <a:latin typeface="Roboto"/>
                <a:ea typeface="Roboto"/>
                <a:cs typeface="Roboto"/>
                <a:sym typeface="Roboto"/>
              </a:defRPr>
            </a:lvl2pPr>
            <a:lvl3pPr lvl="2" marR="0" algn="ctr">
              <a:lnSpc>
                <a:spcPct val="100000"/>
              </a:lnSpc>
              <a:spcBef>
                <a:spcPts val="0"/>
              </a:spcBef>
              <a:spcAft>
                <a:spcPts val="0"/>
              </a:spcAft>
              <a:buClr>
                <a:schemeClr val="dk2"/>
              </a:buClr>
              <a:buSzPts val="4200"/>
              <a:buFont typeface="Roboto"/>
              <a:buNone/>
              <a:defRPr b="0" i="0" sz="4200" u="none" cap="none" strike="noStrike">
                <a:solidFill>
                  <a:schemeClr val="dk2"/>
                </a:solidFill>
                <a:latin typeface="Roboto"/>
                <a:ea typeface="Roboto"/>
                <a:cs typeface="Roboto"/>
                <a:sym typeface="Roboto"/>
              </a:defRPr>
            </a:lvl3pPr>
            <a:lvl4pPr lvl="3" marR="0" algn="ctr">
              <a:lnSpc>
                <a:spcPct val="100000"/>
              </a:lnSpc>
              <a:spcBef>
                <a:spcPts val="0"/>
              </a:spcBef>
              <a:spcAft>
                <a:spcPts val="0"/>
              </a:spcAft>
              <a:buClr>
                <a:schemeClr val="dk2"/>
              </a:buClr>
              <a:buSzPts val="4200"/>
              <a:buFont typeface="Roboto"/>
              <a:buNone/>
              <a:defRPr b="0" i="0" sz="4200" u="none" cap="none" strike="noStrike">
                <a:solidFill>
                  <a:schemeClr val="dk2"/>
                </a:solidFill>
                <a:latin typeface="Roboto"/>
                <a:ea typeface="Roboto"/>
                <a:cs typeface="Roboto"/>
                <a:sym typeface="Roboto"/>
              </a:defRPr>
            </a:lvl4pPr>
            <a:lvl5pPr lvl="4" marR="0" algn="ctr">
              <a:lnSpc>
                <a:spcPct val="100000"/>
              </a:lnSpc>
              <a:spcBef>
                <a:spcPts val="0"/>
              </a:spcBef>
              <a:spcAft>
                <a:spcPts val="0"/>
              </a:spcAft>
              <a:buClr>
                <a:schemeClr val="dk2"/>
              </a:buClr>
              <a:buSzPts val="4200"/>
              <a:buFont typeface="Roboto"/>
              <a:buNone/>
              <a:defRPr b="0" i="0" sz="4200" u="none" cap="none" strike="noStrike">
                <a:solidFill>
                  <a:schemeClr val="dk2"/>
                </a:solidFill>
                <a:latin typeface="Roboto"/>
                <a:ea typeface="Roboto"/>
                <a:cs typeface="Roboto"/>
                <a:sym typeface="Roboto"/>
              </a:defRPr>
            </a:lvl5pPr>
            <a:lvl6pPr lvl="5" marR="0" algn="ctr">
              <a:lnSpc>
                <a:spcPct val="100000"/>
              </a:lnSpc>
              <a:spcBef>
                <a:spcPts val="0"/>
              </a:spcBef>
              <a:spcAft>
                <a:spcPts val="0"/>
              </a:spcAft>
              <a:buClr>
                <a:schemeClr val="dk2"/>
              </a:buClr>
              <a:buSzPts val="4200"/>
              <a:buFont typeface="Roboto"/>
              <a:buNone/>
              <a:defRPr b="0" i="0" sz="4200" u="none" cap="none" strike="noStrike">
                <a:solidFill>
                  <a:schemeClr val="dk2"/>
                </a:solidFill>
                <a:latin typeface="Roboto"/>
                <a:ea typeface="Roboto"/>
                <a:cs typeface="Roboto"/>
                <a:sym typeface="Roboto"/>
              </a:defRPr>
            </a:lvl6pPr>
            <a:lvl7pPr lvl="6" marR="0" algn="ctr">
              <a:lnSpc>
                <a:spcPct val="100000"/>
              </a:lnSpc>
              <a:spcBef>
                <a:spcPts val="0"/>
              </a:spcBef>
              <a:spcAft>
                <a:spcPts val="0"/>
              </a:spcAft>
              <a:buClr>
                <a:schemeClr val="dk2"/>
              </a:buClr>
              <a:buSzPts val="4200"/>
              <a:buFont typeface="Roboto"/>
              <a:buNone/>
              <a:defRPr b="0" i="0" sz="4200" u="none" cap="none" strike="noStrike">
                <a:solidFill>
                  <a:schemeClr val="dk2"/>
                </a:solidFill>
                <a:latin typeface="Roboto"/>
                <a:ea typeface="Roboto"/>
                <a:cs typeface="Roboto"/>
                <a:sym typeface="Roboto"/>
              </a:defRPr>
            </a:lvl7pPr>
            <a:lvl8pPr lvl="7" marR="0" algn="ctr">
              <a:lnSpc>
                <a:spcPct val="100000"/>
              </a:lnSpc>
              <a:spcBef>
                <a:spcPts val="0"/>
              </a:spcBef>
              <a:spcAft>
                <a:spcPts val="0"/>
              </a:spcAft>
              <a:buClr>
                <a:schemeClr val="dk2"/>
              </a:buClr>
              <a:buSzPts val="4200"/>
              <a:buFont typeface="Roboto"/>
              <a:buNone/>
              <a:defRPr b="0" i="0" sz="4200" u="none" cap="none" strike="noStrike">
                <a:solidFill>
                  <a:schemeClr val="dk2"/>
                </a:solidFill>
                <a:latin typeface="Roboto"/>
                <a:ea typeface="Roboto"/>
                <a:cs typeface="Roboto"/>
                <a:sym typeface="Roboto"/>
              </a:defRPr>
            </a:lvl8pPr>
            <a:lvl9pPr lvl="8" marR="0" algn="ctr">
              <a:lnSpc>
                <a:spcPct val="100000"/>
              </a:lnSpc>
              <a:spcBef>
                <a:spcPts val="0"/>
              </a:spcBef>
              <a:spcAft>
                <a:spcPts val="0"/>
              </a:spcAft>
              <a:buClr>
                <a:schemeClr val="dk2"/>
              </a:buClr>
              <a:buSzPts val="4200"/>
              <a:buFont typeface="Roboto"/>
              <a:buNone/>
              <a:defRPr b="0" i="0" sz="4200" u="none" cap="none" strike="noStrike">
                <a:solidFill>
                  <a:schemeClr val="dk2"/>
                </a:solidFill>
                <a:latin typeface="Roboto"/>
                <a:ea typeface="Roboto"/>
                <a:cs typeface="Roboto"/>
                <a:sym typeface="Roboto"/>
              </a:defRPr>
            </a:lvl9pPr>
          </a:lstStyle>
          <a:p/>
        </p:txBody>
      </p:sp>
      <p:sp>
        <p:nvSpPr>
          <p:cNvPr id="83" name="Google Shape;83;p16"/>
          <p:cNvSpPr txBox="1"/>
          <p:nvPr>
            <p:ph idx="1" type="subTitle"/>
          </p:nvPr>
        </p:nvSpPr>
        <p:spPr>
          <a:xfrm>
            <a:off x="265500" y="2779467"/>
            <a:ext cx="4045200" cy="1235025"/>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1pPr>
            <a:lvl2pPr lvl="1"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2pPr>
            <a:lvl3pPr lvl="2"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3pPr>
            <a:lvl4pPr lvl="3"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4pPr>
            <a:lvl5pPr lvl="4"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5pPr>
            <a:lvl6pPr lvl="5"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6pPr>
            <a:lvl7pPr lvl="6"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7pPr>
            <a:lvl8pPr lvl="7"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8pPr>
            <a:lvl9pPr lvl="8" marR="0" algn="ctr">
              <a:lnSpc>
                <a:spcPct val="100000"/>
              </a:lnSpc>
              <a:spcBef>
                <a:spcPts val="0"/>
              </a:spcBef>
              <a:spcAft>
                <a:spcPts val="0"/>
              </a:spcAft>
              <a:buClr>
                <a:schemeClr val="lt2"/>
              </a:buClr>
              <a:buSzPts val="2100"/>
              <a:buFont typeface="Montserrat"/>
              <a:buNone/>
              <a:defRPr b="0" i="0" sz="2100" u="none" cap="none" strike="noStrike">
                <a:solidFill>
                  <a:schemeClr val="lt2"/>
                </a:solidFill>
                <a:latin typeface="Montserrat"/>
                <a:ea typeface="Montserrat"/>
                <a:cs typeface="Montserrat"/>
                <a:sym typeface="Montserrat"/>
              </a:defRPr>
            </a:lvl9pPr>
          </a:lstStyle>
          <a:p/>
        </p:txBody>
      </p:sp>
      <p:sp>
        <p:nvSpPr>
          <p:cNvPr id="84" name="Google Shape;84;p16"/>
          <p:cNvSpPr txBox="1"/>
          <p:nvPr>
            <p:ph idx="2" type="body"/>
          </p:nvPr>
        </p:nvSpPr>
        <p:spPr>
          <a:xfrm>
            <a:off x="4939500" y="724200"/>
            <a:ext cx="3837000" cy="3695175"/>
          </a:xfrm>
          <a:prstGeom prst="rect">
            <a:avLst/>
          </a:prstGeom>
          <a:noFill/>
          <a:ln>
            <a:noFill/>
          </a:ln>
        </p:spPr>
        <p:txBody>
          <a:bodyPr anchorCtr="0" anchor="ctr" bIns="91425" lIns="91425" spcFirstLastPara="1" rIns="91425" wrap="square" tIns="91425">
            <a:noAutofit/>
          </a:bodyPr>
          <a:lstStyle>
            <a:lvl1pPr indent="-342900" lvl="0" marL="457200" marR="0" algn="l">
              <a:lnSpc>
                <a:spcPct val="115000"/>
              </a:lnSpc>
              <a:spcBef>
                <a:spcPts val="0"/>
              </a:spcBef>
              <a:spcAft>
                <a:spcPts val="0"/>
              </a:spcAft>
              <a:buClr>
                <a:schemeClr val="lt1"/>
              </a:buClr>
              <a:buSzPts val="1800"/>
              <a:buFont typeface="Montserrat"/>
              <a:buChar char="●"/>
              <a:defRPr b="0" i="0" sz="1800" u="none" cap="none" strike="noStrike">
                <a:solidFill>
                  <a:schemeClr val="lt1"/>
                </a:solidFill>
                <a:latin typeface="Montserrat"/>
                <a:ea typeface="Montserrat"/>
                <a:cs typeface="Montserrat"/>
                <a:sym typeface="Montserrat"/>
              </a:defRPr>
            </a:lvl1pPr>
            <a:lvl2pPr indent="-317500" lvl="1" marL="914400" marR="0" algn="l">
              <a:lnSpc>
                <a:spcPct val="115000"/>
              </a:lnSpc>
              <a:spcBef>
                <a:spcPts val="1600"/>
              </a:spcBef>
              <a:spcAft>
                <a:spcPts val="0"/>
              </a:spcAft>
              <a:buClr>
                <a:schemeClr val="lt1"/>
              </a:buClr>
              <a:buSzPts val="1400"/>
              <a:buFont typeface="Montserrat"/>
              <a:buChar char="○"/>
              <a:defRPr b="0" i="0" sz="1400" u="none" cap="none" strike="noStrike">
                <a:solidFill>
                  <a:schemeClr val="lt1"/>
                </a:solidFill>
                <a:latin typeface="Montserrat"/>
                <a:ea typeface="Montserrat"/>
                <a:cs typeface="Montserrat"/>
                <a:sym typeface="Montserrat"/>
              </a:defRPr>
            </a:lvl2pPr>
            <a:lvl3pPr indent="-317500" lvl="2" marL="1371600" marR="0" algn="l">
              <a:lnSpc>
                <a:spcPct val="115000"/>
              </a:lnSpc>
              <a:spcBef>
                <a:spcPts val="1600"/>
              </a:spcBef>
              <a:spcAft>
                <a:spcPts val="0"/>
              </a:spcAft>
              <a:buClr>
                <a:schemeClr val="lt1"/>
              </a:buClr>
              <a:buSzPts val="1400"/>
              <a:buFont typeface="Montserrat"/>
              <a:buChar char="■"/>
              <a:defRPr b="0" i="0" sz="1400" u="none" cap="none" strike="noStrike">
                <a:solidFill>
                  <a:schemeClr val="lt1"/>
                </a:solidFill>
                <a:latin typeface="Montserrat"/>
                <a:ea typeface="Montserrat"/>
                <a:cs typeface="Montserrat"/>
                <a:sym typeface="Montserrat"/>
              </a:defRPr>
            </a:lvl3pPr>
            <a:lvl4pPr indent="-317500" lvl="3" marL="1828800" marR="0" algn="l">
              <a:lnSpc>
                <a:spcPct val="115000"/>
              </a:lnSpc>
              <a:spcBef>
                <a:spcPts val="1600"/>
              </a:spcBef>
              <a:spcAft>
                <a:spcPts val="0"/>
              </a:spcAft>
              <a:buClr>
                <a:schemeClr val="lt1"/>
              </a:buClr>
              <a:buSzPts val="1400"/>
              <a:buFont typeface="Montserrat"/>
              <a:buChar char="●"/>
              <a:defRPr b="0" i="0" sz="1400" u="none" cap="none" strike="noStrike">
                <a:solidFill>
                  <a:schemeClr val="lt1"/>
                </a:solidFill>
                <a:latin typeface="Montserrat"/>
                <a:ea typeface="Montserrat"/>
                <a:cs typeface="Montserrat"/>
                <a:sym typeface="Montserrat"/>
              </a:defRPr>
            </a:lvl4pPr>
            <a:lvl5pPr indent="-317500" lvl="4" marL="2286000" marR="0" algn="l">
              <a:lnSpc>
                <a:spcPct val="115000"/>
              </a:lnSpc>
              <a:spcBef>
                <a:spcPts val="1600"/>
              </a:spcBef>
              <a:spcAft>
                <a:spcPts val="0"/>
              </a:spcAft>
              <a:buClr>
                <a:schemeClr val="lt1"/>
              </a:buClr>
              <a:buSzPts val="1400"/>
              <a:buFont typeface="Montserrat"/>
              <a:buChar char="○"/>
              <a:defRPr b="0" i="0" sz="1400" u="none" cap="none" strike="noStrike">
                <a:solidFill>
                  <a:schemeClr val="lt1"/>
                </a:solidFill>
                <a:latin typeface="Montserrat"/>
                <a:ea typeface="Montserrat"/>
                <a:cs typeface="Montserrat"/>
                <a:sym typeface="Montserrat"/>
              </a:defRPr>
            </a:lvl5pPr>
            <a:lvl6pPr indent="-317500" lvl="5" marL="2743200" marR="0" algn="l">
              <a:lnSpc>
                <a:spcPct val="115000"/>
              </a:lnSpc>
              <a:spcBef>
                <a:spcPts val="1600"/>
              </a:spcBef>
              <a:spcAft>
                <a:spcPts val="0"/>
              </a:spcAft>
              <a:buClr>
                <a:schemeClr val="lt1"/>
              </a:buClr>
              <a:buSzPts val="1400"/>
              <a:buFont typeface="Montserrat"/>
              <a:buChar char="■"/>
              <a:defRPr b="0" i="0" sz="1400" u="none" cap="none" strike="noStrike">
                <a:solidFill>
                  <a:schemeClr val="lt1"/>
                </a:solidFill>
                <a:latin typeface="Montserrat"/>
                <a:ea typeface="Montserrat"/>
                <a:cs typeface="Montserrat"/>
                <a:sym typeface="Montserrat"/>
              </a:defRPr>
            </a:lvl6pPr>
            <a:lvl7pPr indent="-317500" lvl="6" marL="3200400" marR="0" algn="l">
              <a:lnSpc>
                <a:spcPct val="115000"/>
              </a:lnSpc>
              <a:spcBef>
                <a:spcPts val="1600"/>
              </a:spcBef>
              <a:spcAft>
                <a:spcPts val="0"/>
              </a:spcAft>
              <a:buClr>
                <a:schemeClr val="lt1"/>
              </a:buClr>
              <a:buSzPts val="1400"/>
              <a:buFont typeface="Montserrat"/>
              <a:buChar char="●"/>
              <a:defRPr b="0" i="0" sz="1400" u="none" cap="none" strike="noStrike">
                <a:solidFill>
                  <a:schemeClr val="lt1"/>
                </a:solidFill>
                <a:latin typeface="Montserrat"/>
                <a:ea typeface="Montserrat"/>
                <a:cs typeface="Montserrat"/>
                <a:sym typeface="Montserrat"/>
              </a:defRPr>
            </a:lvl7pPr>
            <a:lvl8pPr indent="-317500" lvl="7" marL="3657600" marR="0" algn="l">
              <a:lnSpc>
                <a:spcPct val="115000"/>
              </a:lnSpc>
              <a:spcBef>
                <a:spcPts val="1600"/>
              </a:spcBef>
              <a:spcAft>
                <a:spcPts val="0"/>
              </a:spcAft>
              <a:buClr>
                <a:schemeClr val="lt1"/>
              </a:buClr>
              <a:buSzPts val="1400"/>
              <a:buFont typeface="Montserrat"/>
              <a:buChar char="○"/>
              <a:defRPr b="0" i="0" sz="1400" u="none" cap="none" strike="noStrike">
                <a:solidFill>
                  <a:schemeClr val="lt1"/>
                </a:solidFill>
                <a:latin typeface="Montserrat"/>
                <a:ea typeface="Montserrat"/>
                <a:cs typeface="Montserrat"/>
                <a:sym typeface="Montserrat"/>
              </a:defRPr>
            </a:lvl8pPr>
            <a:lvl9pPr indent="-317500" lvl="8" marL="4114800" marR="0" algn="l">
              <a:lnSpc>
                <a:spcPct val="115000"/>
              </a:lnSpc>
              <a:spcBef>
                <a:spcPts val="1600"/>
              </a:spcBef>
              <a:spcAft>
                <a:spcPts val="1600"/>
              </a:spcAft>
              <a:buClr>
                <a:schemeClr val="lt1"/>
              </a:buClr>
              <a:buSzPts val="1400"/>
              <a:buFont typeface="Montserrat"/>
              <a:buChar char="■"/>
              <a:defRPr b="0" i="0" sz="1400" u="none" cap="none" strike="noStrike">
                <a:solidFill>
                  <a:schemeClr val="lt1"/>
                </a:solidFill>
                <a:latin typeface="Montserrat"/>
                <a:ea typeface="Montserrat"/>
                <a:cs typeface="Montserrat"/>
                <a:sym typeface="Montserrat"/>
              </a:defRPr>
            </a:lvl9pPr>
          </a:lstStyle>
          <a:p/>
        </p:txBody>
      </p:sp>
      <p:sp>
        <p:nvSpPr>
          <p:cNvPr id="85" name="Google Shape;85;p16"/>
          <p:cNvSpPr txBox="1"/>
          <p:nvPr>
            <p:ph idx="12" type="sldNum"/>
          </p:nvPr>
        </p:nvSpPr>
        <p:spPr>
          <a:xfrm>
            <a:off x="8523541" y="4695623"/>
            <a:ext cx="548700" cy="3935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17"/>
          <p:cNvSpPr txBox="1"/>
          <p:nvPr/>
        </p:nvSpPr>
        <p:spPr>
          <a:xfrm flipH="1" rot="10800000">
            <a:off x="0" y="-75"/>
            <a:ext cx="9144000" cy="4695975"/>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7"/>
          <p:cNvSpPr/>
          <p:nvPr/>
        </p:nvSpPr>
        <p:spPr>
          <a:xfrm flipH="1" rot="10800000">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7"/>
          <p:cNvSpPr txBox="1"/>
          <p:nvPr>
            <p:ph idx="1" type="body"/>
          </p:nvPr>
        </p:nvSpPr>
        <p:spPr>
          <a:xfrm>
            <a:off x="57150" y="4696825"/>
            <a:ext cx="8382000" cy="446625"/>
          </a:xfrm>
          <a:prstGeom prst="rect">
            <a:avLst/>
          </a:prstGeom>
          <a:noFill/>
          <a:ln>
            <a:noFill/>
          </a:ln>
        </p:spPr>
        <p:txBody>
          <a:bodyPr anchorCtr="0" anchor="ctr" bIns="91425" lIns="91425" spcFirstLastPara="1" rIns="91425" wrap="square" tIns="91425">
            <a:noAutofit/>
          </a:bodyPr>
          <a:lstStyle>
            <a:lvl1pPr indent="-228600" lvl="0" marL="457200" marR="0" algn="l">
              <a:lnSpc>
                <a:spcPct val="100000"/>
              </a:lnSpc>
              <a:spcBef>
                <a:spcPts val="0"/>
              </a:spcBef>
              <a:spcAft>
                <a:spcPts val="0"/>
              </a:spcAft>
              <a:buClr>
                <a:schemeClr val="lt1"/>
              </a:buClr>
              <a:buSzPts val="1200"/>
              <a:buFont typeface="Montserrat"/>
              <a:buNone/>
              <a:defRPr b="0" i="0" sz="1200" u="none" cap="none" strike="noStrike">
                <a:solidFill>
                  <a:schemeClr val="lt1"/>
                </a:solidFill>
                <a:latin typeface="Montserrat"/>
                <a:ea typeface="Montserrat"/>
                <a:cs typeface="Montserrat"/>
                <a:sym typeface="Montserrat"/>
              </a:defRPr>
            </a:lvl1pPr>
          </a:lstStyle>
          <a:p/>
        </p:txBody>
      </p:sp>
      <p:sp>
        <p:nvSpPr>
          <p:cNvPr id="90" name="Google Shape;90;p17"/>
          <p:cNvSpPr txBox="1"/>
          <p:nvPr>
            <p:ph idx="12" type="sldNum"/>
          </p:nvPr>
        </p:nvSpPr>
        <p:spPr>
          <a:xfrm>
            <a:off x="8523541" y="4695623"/>
            <a:ext cx="548700" cy="3935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91" name="Shape 91"/>
        <p:cNvGrpSpPr/>
        <p:nvPr/>
      </p:nvGrpSpPr>
      <p:grpSpPr>
        <a:xfrm>
          <a:off x="0" y="0"/>
          <a:ext cx="0" cy="0"/>
          <a:chOff x="0" y="0"/>
          <a:chExt cx="0" cy="0"/>
        </a:xfrm>
      </p:grpSpPr>
      <p:sp>
        <p:nvSpPr>
          <p:cNvPr id="92" name="Google Shape;92;p18"/>
          <p:cNvSpPr txBox="1"/>
          <p:nvPr>
            <p:ph hasCustomPrompt="1" type="title"/>
          </p:nvPr>
        </p:nvSpPr>
        <p:spPr>
          <a:xfrm>
            <a:off x="475500" y="1258525"/>
            <a:ext cx="8222100" cy="1963575"/>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chemeClr val="dk2"/>
              </a:buClr>
              <a:buSzPts val="12000"/>
              <a:buFont typeface="Arial"/>
              <a:buNone/>
              <a:defRPr b="0" i="0" sz="12000" u="none" cap="none" strike="noStrike">
                <a:solidFill>
                  <a:schemeClr val="dk2"/>
                </a:solidFill>
                <a:latin typeface="Open Sans"/>
                <a:ea typeface="Open Sans"/>
                <a:cs typeface="Open Sans"/>
                <a:sym typeface="Open Sans"/>
              </a:defRPr>
            </a:lvl1pPr>
            <a:lvl2pPr lvl="1" marR="0" algn="ctr">
              <a:lnSpc>
                <a:spcPct val="100000"/>
              </a:lnSpc>
              <a:spcBef>
                <a:spcPts val="0"/>
              </a:spcBef>
              <a:spcAft>
                <a:spcPts val="0"/>
              </a:spcAft>
              <a:buClr>
                <a:schemeClr val="dk2"/>
              </a:buClr>
              <a:buSzPts val="12000"/>
              <a:buFont typeface="Roboto"/>
              <a:buNone/>
              <a:defRPr b="0" i="0" sz="12000" u="none" cap="none" strike="noStrike">
                <a:solidFill>
                  <a:schemeClr val="dk2"/>
                </a:solidFill>
                <a:latin typeface="Roboto"/>
                <a:ea typeface="Roboto"/>
                <a:cs typeface="Roboto"/>
                <a:sym typeface="Roboto"/>
              </a:defRPr>
            </a:lvl2pPr>
            <a:lvl3pPr lvl="2" marR="0" algn="ctr">
              <a:lnSpc>
                <a:spcPct val="100000"/>
              </a:lnSpc>
              <a:spcBef>
                <a:spcPts val="0"/>
              </a:spcBef>
              <a:spcAft>
                <a:spcPts val="0"/>
              </a:spcAft>
              <a:buClr>
                <a:schemeClr val="dk2"/>
              </a:buClr>
              <a:buSzPts val="12000"/>
              <a:buFont typeface="Roboto"/>
              <a:buNone/>
              <a:defRPr b="0" i="0" sz="12000" u="none" cap="none" strike="noStrike">
                <a:solidFill>
                  <a:schemeClr val="dk2"/>
                </a:solidFill>
                <a:latin typeface="Roboto"/>
                <a:ea typeface="Roboto"/>
                <a:cs typeface="Roboto"/>
                <a:sym typeface="Roboto"/>
              </a:defRPr>
            </a:lvl3pPr>
            <a:lvl4pPr lvl="3" marR="0" algn="ctr">
              <a:lnSpc>
                <a:spcPct val="100000"/>
              </a:lnSpc>
              <a:spcBef>
                <a:spcPts val="0"/>
              </a:spcBef>
              <a:spcAft>
                <a:spcPts val="0"/>
              </a:spcAft>
              <a:buClr>
                <a:schemeClr val="dk2"/>
              </a:buClr>
              <a:buSzPts val="12000"/>
              <a:buFont typeface="Roboto"/>
              <a:buNone/>
              <a:defRPr b="0" i="0" sz="12000" u="none" cap="none" strike="noStrike">
                <a:solidFill>
                  <a:schemeClr val="dk2"/>
                </a:solidFill>
                <a:latin typeface="Roboto"/>
                <a:ea typeface="Roboto"/>
                <a:cs typeface="Roboto"/>
                <a:sym typeface="Roboto"/>
              </a:defRPr>
            </a:lvl4pPr>
            <a:lvl5pPr lvl="4" marR="0" algn="ctr">
              <a:lnSpc>
                <a:spcPct val="100000"/>
              </a:lnSpc>
              <a:spcBef>
                <a:spcPts val="0"/>
              </a:spcBef>
              <a:spcAft>
                <a:spcPts val="0"/>
              </a:spcAft>
              <a:buClr>
                <a:schemeClr val="dk2"/>
              </a:buClr>
              <a:buSzPts val="12000"/>
              <a:buFont typeface="Roboto"/>
              <a:buNone/>
              <a:defRPr b="0" i="0" sz="12000" u="none" cap="none" strike="noStrike">
                <a:solidFill>
                  <a:schemeClr val="dk2"/>
                </a:solidFill>
                <a:latin typeface="Roboto"/>
                <a:ea typeface="Roboto"/>
                <a:cs typeface="Roboto"/>
                <a:sym typeface="Roboto"/>
              </a:defRPr>
            </a:lvl5pPr>
            <a:lvl6pPr lvl="5" marR="0" algn="ctr">
              <a:lnSpc>
                <a:spcPct val="100000"/>
              </a:lnSpc>
              <a:spcBef>
                <a:spcPts val="0"/>
              </a:spcBef>
              <a:spcAft>
                <a:spcPts val="0"/>
              </a:spcAft>
              <a:buClr>
                <a:schemeClr val="dk2"/>
              </a:buClr>
              <a:buSzPts val="12000"/>
              <a:buFont typeface="Roboto"/>
              <a:buNone/>
              <a:defRPr b="0" i="0" sz="12000" u="none" cap="none" strike="noStrike">
                <a:solidFill>
                  <a:schemeClr val="dk2"/>
                </a:solidFill>
                <a:latin typeface="Roboto"/>
                <a:ea typeface="Roboto"/>
                <a:cs typeface="Roboto"/>
                <a:sym typeface="Roboto"/>
              </a:defRPr>
            </a:lvl6pPr>
            <a:lvl7pPr lvl="6" marR="0" algn="ctr">
              <a:lnSpc>
                <a:spcPct val="100000"/>
              </a:lnSpc>
              <a:spcBef>
                <a:spcPts val="0"/>
              </a:spcBef>
              <a:spcAft>
                <a:spcPts val="0"/>
              </a:spcAft>
              <a:buClr>
                <a:schemeClr val="dk2"/>
              </a:buClr>
              <a:buSzPts val="12000"/>
              <a:buFont typeface="Roboto"/>
              <a:buNone/>
              <a:defRPr b="0" i="0" sz="12000" u="none" cap="none" strike="noStrike">
                <a:solidFill>
                  <a:schemeClr val="dk2"/>
                </a:solidFill>
                <a:latin typeface="Roboto"/>
                <a:ea typeface="Roboto"/>
                <a:cs typeface="Roboto"/>
                <a:sym typeface="Roboto"/>
              </a:defRPr>
            </a:lvl7pPr>
            <a:lvl8pPr lvl="7" marR="0" algn="ctr">
              <a:lnSpc>
                <a:spcPct val="100000"/>
              </a:lnSpc>
              <a:spcBef>
                <a:spcPts val="0"/>
              </a:spcBef>
              <a:spcAft>
                <a:spcPts val="0"/>
              </a:spcAft>
              <a:buClr>
                <a:schemeClr val="dk2"/>
              </a:buClr>
              <a:buSzPts val="12000"/>
              <a:buFont typeface="Roboto"/>
              <a:buNone/>
              <a:defRPr b="0" i="0" sz="12000" u="none" cap="none" strike="noStrike">
                <a:solidFill>
                  <a:schemeClr val="dk2"/>
                </a:solidFill>
                <a:latin typeface="Roboto"/>
                <a:ea typeface="Roboto"/>
                <a:cs typeface="Roboto"/>
                <a:sym typeface="Roboto"/>
              </a:defRPr>
            </a:lvl8pPr>
            <a:lvl9pPr lvl="8" marR="0" algn="ctr">
              <a:lnSpc>
                <a:spcPct val="100000"/>
              </a:lnSpc>
              <a:spcBef>
                <a:spcPts val="0"/>
              </a:spcBef>
              <a:spcAft>
                <a:spcPts val="0"/>
              </a:spcAft>
              <a:buClr>
                <a:schemeClr val="dk2"/>
              </a:buClr>
              <a:buSzPts val="12000"/>
              <a:buFont typeface="Roboto"/>
              <a:buNone/>
              <a:defRPr b="0" i="0" sz="12000" u="none" cap="none" strike="noStrike">
                <a:solidFill>
                  <a:schemeClr val="dk2"/>
                </a:solidFill>
                <a:latin typeface="Roboto"/>
                <a:ea typeface="Roboto"/>
                <a:cs typeface="Roboto"/>
                <a:sym typeface="Roboto"/>
              </a:defRPr>
            </a:lvl9pPr>
          </a:lstStyle>
          <a:p>
            <a:r>
              <a:t>xx%</a:t>
            </a:r>
          </a:p>
        </p:txBody>
      </p:sp>
      <p:sp>
        <p:nvSpPr>
          <p:cNvPr id="93" name="Google Shape;93;p18"/>
          <p:cNvSpPr txBox="1"/>
          <p:nvPr>
            <p:ph idx="1" type="body"/>
          </p:nvPr>
        </p:nvSpPr>
        <p:spPr>
          <a:xfrm>
            <a:off x="475500" y="3304625"/>
            <a:ext cx="8222100" cy="1300725"/>
          </a:xfrm>
          <a:prstGeom prst="rect">
            <a:avLst/>
          </a:prstGeom>
          <a:noFill/>
          <a:ln>
            <a:noFill/>
          </a:ln>
        </p:spPr>
        <p:txBody>
          <a:bodyPr anchorCtr="0" anchor="t" bIns="91425" lIns="91425" spcFirstLastPara="1" rIns="91425" wrap="square" tIns="91425">
            <a:noAutofit/>
          </a:bodyPr>
          <a:lstStyle>
            <a:lvl1pPr indent="-342900" lvl="0" marL="457200" marR="0" algn="ctr">
              <a:lnSpc>
                <a:spcPct val="115000"/>
              </a:lnSpc>
              <a:spcBef>
                <a:spcPts val="0"/>
              </a:spcBef>
              <a:spcAft>
                <a:spcPts val="0"/>
              </a:spcAft>
              <a:buClr>
                <a:schemeClr val="lt2"/>
              </a:buClr>
              <a:buSzPts val="1800"/>
              <a:buFont typeface="Montserrat"/>
              <a:buChar char="●"/>
              <a:defRPr b="0" i="0" sz="1800" u="none" cap="none" strike="noStrike">
                <a:solidFill>
                  <a:schemeClr val="lt2"/>
                </a:solidFill>
                <a:latin typeface="Montserrat"/>
                <a:ea typeface="Montserrat"/>
                <a:cs typeface="Montserrat"/>
                <a:sym typeface="Montserrat"/>
              </a:defRPr>
            </a:lvl1pPr>
            <a:lvl2pPr indent="-317500" lvl="1" marL="914400" marR="0" algn="ctr">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2pPr>
            <a:lvl3pPr indent="-317500" lvl="2" marL="1371600" marR="0" algn="ctr">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3pPr>
            <a:lvl4pPr indent="-317500" lvl="3" marL="1828800" marR="0" algn="ctr">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4pPr>
            <a:lvl5pPr indent="-317500" lvl="4" marL="2286000" marR="0" algn="ctr">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5pPr>
            <a:lvl6pPr indent="-317500" lvl="5" marL="2743200" marR="0" algn="ctr">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6pPr>
            <a:lvl7pPr indent="-317500" lvl="6" marL="3200400" marR="0" algn="ctr">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7pPr>
            <a:lvl8pPr indent="-317500" lvl="7" marL="3657600" marR="0" algn="ctr">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8pPr>
            <a:lvl9pPr indent="-317500" lvl="8" marL="4114800" marR="0" algn="ctr">
              <a:lnSpc>
                <a:spcPct val="115000"/>
              </a:lnSpc>
              <a:spcBef>
                <a:spcPts val="1600"/>
              </a:spcBef>
              <a:spcAft>
                <a:spcPts val="160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9pPr>
          </a:lstStyle>
          <a:p/>
        </p:txBody>
      </p:sp>
      <p:sp>
        <p:nvSpPr>
          <p:cNvPr id="94" name="Google Shape;94;p18"/>
          <p:cNvSpPr txBox="1"/>
          <p:nvPr>
            <p:ph idx="12" type="sldNum"/>
          </p:nvPr>
        </p:nvSpPr>
        <p:spPr>
          <a:xfrm>
            <a:off x="8523541" y="4695623"/>
            <a:ext cx="548700" cy="3935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theme" Target="../theme/theme3.xml"/><Relationship Id="rId10" Type="http://schemas.openxmlformats.org/officeDocument/2006/relationships/slideLayout" Target="../slideLayouts/slideLayout16.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735428" y="4724798"/>
            <a:ext cx="336813" cy="335251"/>
          </a:xfrm>
          <a:prstGeom prst="rect">
            <a:avLst/>
          </a:prstGeom>
          <a:noFill/>
          <a:ln>
            <a:noFill/>
          </a:ln>
        </p:spPr>
        <p:txBody>
          <a:bodyPr anchorCtr="0" anchor="ctr" bIns="91400" lIns="91400" spcFirstLastPara="1" rIns="91400" wrap="square" tIns="91400">
            <a:noAutofit/>
          </a:bodyPr>
          <a:lstStyle>
            <a:lvl1pPr indent="0" lvl="0"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1pPr>
            <a:lvl2pPr indent="0" lvl="1"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2pPr>
            <a:lvl3pPr indent="0" lvl="2"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3pPr>
            <a:lvl4pPr indent="0" lvl="3"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4pPr>
            <a:lvl5pPr indent="0" lvl="4"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5pPr>
            <a:lvl6pPr indent="0" lvl="5"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6pPr>
            <a:lvl7pPr indent="0" lvl="6"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7pPr>
            <a:lvl8pPr indent="0" lvl="7"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8pPr>
            <a:lvl9pPr indent="0" lvl="8" marL="0" marR="0" rtl="0" algn="r">
              <a:lnSpc>
                <a:spcPct val="100000"/>
              </a:lnSpc>
              <a:spcBef>
                <a:spcPts val="0"/>
              </a:spcBef>
              <a:spcAft>
                <a:spcPts val="0"/>
              </a:spcAft>
              <a:buClr>
                <a:srgbClr val="737373"/>
              </a:buClr>
              <a:buSzPts val="1000"/>
              <a:buFont typeface="Roboto"/>
              <a:buNone/>
              <a:defRPr i="0" sz="1100" u="none" cap="none" strike="noStrike">
                <a:solidFill>
                  <a:srgbClr val="737373"/>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
        <p:nvSpPr>
          <p:cNvPr id="7" name="Google Shape;7;p1"/>
          <p:cNvSpPr txBox="1"/>
          <p:nvPr>
            <p:ph type="title"/>
          </p:nvPr>
        </p:nvSpPr>
        <p:spPr>
          <a:xfrm>
            <a:off x="457200" y="0"/>
            <a:ext cx="8229600" cy="1063229"/>
          </a:xfrm>
          <a:prstGeom prst="rect">
            <a:avLst/>
          </a:prstGeom>
          <a:noFill/>
          <a:ln>
            <a:noFill/>
          </a:ln>
        </p:spPr>
        <p:txBody>
          <a:bodyPr anchorCtr="0" anchor="b" bIns="91400" lIns="91400" spcFirstLastPara="1" rIns="91400" wrap="square" tIns="91400">
            <a:noAutofit/>
          </a:bodyPr>
          <a:lstStyle>
            <a:lvl1pPr lvl="0"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1pPr>
            <a:lvl2pPr lvl="1"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2pPr>
            <a:lvl3pPr lvl="2"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3pPr>
            <a:lvl4pPr lvl="3"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4pPr>
            <a:lvl5pPr lvl="4"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5pPr>
            <a:lvl6pPr lvl="5"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6pPr>
            <a:lvl7pPr lvl="6"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7pPr>
            <a:lvl8pPr lvl="7"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8pPr>
            <a:lvl9pPr lvl="8" marR="0" rtl="0" algn="l">
              <a:lnSpc>
                <a:spcPct val="100000"/>
              </a:lnSpc>
              <a:spcBef>
                <a:spcPts val="0"/>
              </a:spcBef>
              <a:spcAft>
                <a:spcPts val="0"/>
              </a:spcAft>
              <a:buClr>
                <a:srgbClr val="FFFFFF"/>
              </a:buClr>
              <a:buSzPts val="3200"/>
              <a:buFont typeface="Arial"/>
              <a:buNone/>
              <a:defRPr b="0" i="0" sz="3200" u="none" cap="none" strike="noStrike">
                <a:solidFill>
                  <a:srgbClr val="FFFFFF"/>
                </a:solidFill>
                <a:latin typeface="Arial"/>
                <a:ea typeface="Arial"/>
                <a:cs typeface="Arial"/>
                <a:sym typeface="Arial"/>
              </a:defRPr>
            </a:lvl9pPr>
          </a:lstStyle>
          <a:p/>
        </p:txBody>
      </p:sp>
      <p:sp>
        <p:nvSpPr>
          <p:cNvPr id="8" name="Google Shape;8;p1"/>
          <p:cNvSpPr txBox="1"/>
          <p:nvPr>
            <p:ph idx="1" type="body"/>
          </p:nvPr>
        </p:nvSpPr>
        <p:spPr>
          <a:xfrm>
            <a:off x="457200" y="1200150"/>
            <a:ext cx="8229600" cy="3943350"/>
          </a:xfrm>
          <a:prstGeom prst="rect">
            <a:avLst/>
          </a:prstGeom>
          <a:noFill/>
          <a:ln>
            <a:noFill/>
          </a:ln>
        </p:spPr>
        <p:txBody>
          <a:bodyPr anchorCtr="0" anchor="t" bIns="91400" lIns="91400" spcFirstLastPara="1" rIns="91400" wrap="square" tIns="91400">
            <a:noAutofit/>
          </a:bodyPr>
          <a:lstStyle>
            <a:lvl1pPr indent="-342900" lvl="0" marL="4572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1pPr>
            <a:lvl2pPr indent="-342900" lvl="1" marL="9144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2pPr>
            <a:lvl3pPr indent="-342900" lvl="2" marL="13716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3pPr>
            <a:lvl4pPr indent="-342900" lvl="3" marL="18288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4pPr>
            <a:lvl5pPr indent="-342900" lvl="4" marL="22860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5pPr>
            <a:lvl6pPr indent="-342900" lvl="5" marL="27432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6pPr>
            <a:lvl7pPr indent="-342900" lvl="6" marL="32004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7pPr>
            <a:lvl8pPr indent="-342900" lvl="7" marL="36576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8pPr>
            <a:lvl9pPr indent="-342900" lvl="8" marL="4114800" marR="0" rtl="0" algn="l">
              <a:lnSpc>
                <a:spcPct val="115000"/>
              </a:lnSpc>
              <a:spcBef>
                <a:spcPts val="0"/>
              </a:spcBef>
              <a:spcAft>
                <a:spcPts val="0"/>
              </a:spcAft>
              <a:buClr>
                <a:srgbClr val="737373"/>
              </a:buClr>
              <a:buSzPts val="1800"/>
              <a:buFont typeface="Montserrat"/>
              <a:buChar char="■"/>
              <a:defRPr b="0" i="0" sz="1800" u="none" cap="none" strike="noStrike">
                <a:solidFill>
                  <a:srgbClr val="73737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2D3C"/>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37" name="Google Shape;37;p8"/>
          <p:cNvSpPr txBox="1"/>
          <p:nvPr>
            <p:ph idx="1" type="body"/>
          </p:nvPr>
        </p:nvSpPr>
        <p:spPr>
          <a:xfrm>
            <a:off x="471900" y="1919075"/>
            <a:ext cx="8222100" cy="2710125"/>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2"/>
              </a:buClr>
              <a:buSzPts val="1800"/>
              <a:buFont typeface="Montserrat"/>
              <a:buChar char="●"/>
              <a:defRPr b="0" i="0" sz="1800" u="none" cap="none" strike="noStrike">
                <a:solidFill>
                  <a:schemeClr val="lt2"/>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chemeClr val="lt2"/>
              </a:buClr>
              <a:buSzPts val="1400"/>
              <a:buFont typeface="Montserrat"/>
              <a:buChar char="■"/>
              <a:defRPr b="0" i="0" sz="1400" u="none" cap="none" strike="noStrike">
                <a:solidFill>
                  <a:schemeClr val="lt2"/>
                </a:solidFill>
                <a:latin typeface="Montserrat"/>
                <a:ea typeface="Montserrat"/>
                <a:cs typeface="Montserrat"/>
                <a:sym typeface="Montserrat"/>
              </a:defRPr>
            </a:lvl9pPr>
          </a:lstStyle>
          <a:p/>
        </p:txBody>
      </p:sp>
      <p:sp>
        <p:nvSpPr>
          <p:cNvPr id="38" name="Google Shape;38;p8"/>
          <p:cNvSpPr txBox="1"/>
          <p:nvPr>
            <p:ph idx="12" type="sldNum"/>
          </p:nvPr>
        </p:nvSpPr>
        <p:spPr>
          <a:xfrm>
            <a:off x="8523541" y="4695623"/>
            <a:ext cx="548700" cy="393525"/>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www.rfc-editor.org/info/rfc5743" TargetMode="External"/><Relationship Id="rId4" Type="http://schemas.openxmlformats.org/officeDocument/2006/relationships/hyperlink" Target="https://www.rfc-editor.org/info/rfc5378" TargetMode="External"/><Relationship Id="rId5" Type="http://schemas.openxmlformats.org/officeDocument/2006/relationships/hyperlink" Target="https://www.rfc-editor.org/info/rfc8179" TargetMode="External"/><Relationship Id="rId6" Type="http://schemas.openxmlformats.org/officeDocument/2006/relationships/hyperlink" Target="https://irtf.org/policies/ip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www.ietf.org/privacy-policy/" TargetMode="External"/><Relationship Id="rId4" Type="http://schemas.openxmlformats.org/officeDocument/2006/relationships/hyperlink" Target="https://www.ietf.org/contact/ombudsteam/" TargetMode="External"/><Relationship Id="rId5" Type="http://schemas.openxmlformats.org/officeDocument/2006/relationships/hyperlink" Target="https://www.rfc-editor.org/info/rfc7154" TargetMode="External"/><Relationship Id="rId6" Type="http://schemas.openxmlformats.org/officeDocument/2006/relationships/hyperlink" Target="https://www.rfc-editor.org/info/rfc7776" TargetMode="External"/><Relationship Id="rId7" Type="http://schemas.openxmlformats.org/officeDocument/2006/relationships/hyperlink" Target="https://datatracker.ietf.org/doc/rfc9775/"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www.rfc-editor.org/rfc/rfc7418.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atatracker.ietf.org/meeting/agenda" TargetMode="External"/><Relationship Id="rId4" Type="http://schemas.openxmlformats.org/officeDocument/2006/relationships/hyperlink" Target="https://www.ietf.org/meeting/preparation/" TargetMode="External"/><Relationship Id="rId5" Type="http://schemas.openxmlformats.org/officeDocument/2006/relationships/hyperlink" Target="https://www.ietf.org/meeting/issue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mailto:iccrg@irtf.org" TargetMode="External"/><Relationship Id="rId4" Type="http://schemas.openxmlformats.org/officeDocument/2006/relationships/hyperlink" Target="https://www.irtf.org/iccrg.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datatracker.ietf.org/doc/draft-irtf-iccrg-pacing/" TargetMode="External"/><Relationship Id="rId4" Type="http://schemas.openxmlformats.org/officeDocument/2006/relationships/hyperlink" Target="https://datatracker.ietf.org/doc/html/draft-chen-rdma-windowless-ack-0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754464" y="2104950"/>
            <a:ext cx="7635000" cy="933600"/>
          </a:xfrm>
          <a:prstGeom prst="rect">
            <a:avLst/>
          </a:prstGeom>
          <a:noFill/>
          <a:ln>
            <a:noFill/>
          </a:ln>
        </p:spPr>
        <p:txBody>
          <a:bodyPr anchorCtr="0" anchor="b" bIns="91400" lIns="91400" spcFirstLastPara="1" rIns="91400" wrap="square" tIns="91400">
            <a:noAutofit/>
          </a:bodyPr>
          <a:lstStyle/>
          <a:p>
            <a:pPr indent="0" lvl="0" marL="0" marR="0" rtl="0" algn="l">
              <a:lnSpc>
                <a:spcPct val="100000"/>
              </a:lnSpc>
              <a:spcBef>
                <a:spcPts val="0"/>
              </a:spcBef>
              <a:spcAft>
                <a:spcPts val="0"/>
              </a:spcAft>
              <a:buClr>
                <a:srgbClr val="FFFFFF"/>
              </a:buClr>
              <a:buSzPts val="4200"/>
              <a:buFont typeface="Open Sans"/>
              <a:buNone/>
            </a:pPr>
            <a:r>
              <a:rPr lang="en-US" sz="2300">
                <a:latin typeface="Inter"/>
                <a:ea typeface="Inter"/>
                <a:cs typeface="Inter"/>
                <a:sym typeface="Inter"/>
              </a:rPr>
              <a:t>IETF 1</a:t>
            </a:r>
            <a:r>
              <a:rPr lang="en-US" sz="2300"/>
              <a:t>26</a:t>
            </a:r>
            <a:r>
              <a:rPr lang="en-US" sz="2300">
                <a:latin typeface="Inter"/>
                <a:ea typeface="Inter"/>
                <a:cs typeface="Inter"/>
                <a:sym typeface="Inter"/>
              </a:rPr>
              <a:t> </a:t>
            </a:r>
            <a:br>
              <a:rPr lang="en-US" sz="2300">
                <a:latin typeface="Inter"/>
                <a:ea typeface="Inter"/>
                <a:cs typeface="Inter"/>
                <a:sym typeface="Inter"/>
              </a:rPr>
            </a:br>
            <a:r>
              <a:rPr lang="en-US" sz="2300"/>
              <a:t>Internet Congestion Control Research Group (ICCRG)</a:t>
            </a:r>
            <a:r>
              <a:rPr lang="en-US" sz="2300">
                <a:latin typeface="Inter"/>
                <a:ea typeface="Inter"/>
                <a:cs typeface="Inter"/>
                <a:sym typeface="Inter"/>
              </a:rPr>
              <a:t> </a:t>
            </a:r>
            <a:endParaRPr sz="2300">
              <a:latin typeface="Inter"/>
              <a:ea typeface="Inter"/>
              <a:cs typeface="Inter"/>
              <a:sym typeface="Inter"/>
            </a:endParaRPr>
          </a:p>
        </p:txBody>
      </p:sp>
      <p:sp>
        <p:nvSpPr>
          <p:cNvPr id="100" name="Google Shape;100;p19"/>
          <p:cNvSpPr txBox="1"/>
          <p:nvPr/>
        </p:nvSpPr>
        <p:spPr>
          <a:xfrm>
            <a:off x="754475" y="1465800"/>
            <a:ext cx="4986900" cy="522900"/>
          </a:xfrm>
          <a:prstGeom prst="rect">
            <a:avLst/>
          </a:prstGeom>
          <a:noFill/>
          <a:ln>
            <a:noFill/>
          </a:ln>
        </p:spPr>
        <p:txBody>
          <a:bodyPr anchorCtr="0" anchor="t" bIns="91400" lIns="91400" spcFirstLastPara="1" rIns="91400" wrap="square" tIns="91400">
            <a:noAutofit/>
          </a:bodyPr>
          <a:lstStyle/>
          <a:p>
            <a:pPr indent="0" lvl="0" marL="0" marR="0" rtl="0" algn="l">
              <a:lnSpc>
                <a:spcPct val="100000"/>
              </a:lnSpc>
              <a:spcBef>
                <a:spcPts val="0"/>
              </a:spcBef>
              <a:spcAft>
                <a:spcPts val="0"/>
              </a:spcAft>
              <a:buClr>
                <a:srgbClr val="FFFFFF"/>
              </a:buClr>
              <a:buSzPts val="2400"/>
              <a:buFont typeface="Montserrat"/>
              <a:buNone/>
            </a:pPr>
            <a:r>
              <a:rPr lang="en-US" sz="2100">
                <a:solidFill>
                  <a:srgbClr val="FFFFFF"/>
                </a:solidFill>
                <a:latin typeface="Inter"/>
                <a:ea typeface="Inter"/>
                <a:cs typeface="Inter"/>
                <a:sym typeface="Inter"/>
              </a:rPr>
              <a:t>22 July 2026</a:t>
            </a:r>
            <a:endParaRPr sz="1100">
              <a:latin typeface="Inter"/>
              <a:ea typeface="Inter"/>
              <a:cs typeface="Inter"/>
              <a:sym typeface="Inter"/>
            </a:endParaRPr>
          </a:p>
        </p:txBody>
      </p:sp>
      <p:sp>
        <p:nvSpPr>
          <p:cNvPr id="101" name="Google Shape;101;p19"/>
          <p:cNvSpPr txBox="1"/>
          <p:nvPr/>
        </p:nvSpPr>
        <p:spPr>
          <a:xfrm>
            <a:off x="294650" y="4322350"/>
            <a:ext cx="48930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Inter"/>
                <a:ea typeface="Inter"/>
                <a:cs typeface="Inter"/>
                <a:sym typeface="Inter"/>
              </a:rPr>
              <a:t>Internet Engineering Task Force | Internet Research Task Force</a:t>
            </a:r>
            <a:endParaRPr sz="1200">
              <a:latin typeface="Inter"/>
              <a:ea typeface="Inter"/>
              <a:cs typeface="Inter"/>
              <a:sym typeface="Inter"/>
            </a:endParaRPr>
          </a:p>
          <a:p>
            <a:pPr indent="0" lvl="0" marL="0" rtl="0" algn="l">
              <a:spcBef>
                <a:spcPts val="0"/>
              </a:spcBef>
              <a:spcAft>
                <a:spcPts val="0"/>
              </a:spcAft>
              <a:buNone/>
            </a:pPr>
            <a:r>
              <a:rPr lang="en-US" sz="1200">
                <a:latin typeface="Inter"/>
                <a:ea typeface="Inter"/>
                <a:cs typeface="Inter"/>
                <a:sym typeface="Inter"/>
              </a:rPr>
              <a:t>© 2026 IETF Trust </a:t>
            </a:r>
            <a:endParaRPr sz="1200">
              <a:latin typeface="Inter"/>
              <a:ea typeface="Inter"/>
              <a:cs typeface="Inter"/>
              <a:sym typeface="Inter"/>
            </a:endParaRPr>
          </a:p>
          <a:p>
            <a:pPr indent="0" lvl="0" marL="0" rtl="0" algn="l">
              <a:spcBef>
                <a:spcPts val="0"/>
              </a:spcBef>
              <a:spcAft>
                <a:spcPts val="0"/>
              </a:spcAft>
              <a:buNone/>
            </a:pPr>
            <a:r>
              <a:rPr lang="en-US" sz="1200">
                <a:latin typeface="Inter"/>
                <a:ea typeface="Inter"/>
                <a:cs typeface="Inter"/>
                <a:sym typeface="Inter"/>
              </a:rPr>
              <a:t>Production by Meetecho</a:t>
            </a:r>
            <a:endParaRPr sz="1200">
              <a:latin typeface="Inter"/>
              <a:ea typeface="Inter"/>
              <a:cs typeface="Inter"/>
              <a:sym typeface="Inter"/>
            </a:endParaRPr>
          </a:p>
        </p:txBody>
      </p:sp>
      <p:sp>
        <p:nvSpPr>
          <p:cNvPr id="102" name="Google Shape;102;p19"/>
          <p:cNvSpPr txBox="1"/>
          <p:nvPr/>
        </p:nvSpPr>
        <p:spPr>
          <a:xfrm>
            <a:off x="754475" y="3154800"/>
            <a:ext cx="5724900" cy="667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300"/>
              </a:spcBef>
              <a:spcAft>
                <a:spcPts val="0"/>
              </a:spcAft>
              <a:buNone/>
            </a:pPr>
            <a:r>
              <a:rPr lang="en-US" sz="2200">
                <a:solidFill>
                  <a:srgbClr val="FF0000"/>
                </a:solidFill>
                <a:latin typeface="Inter"/>
                <a:ea typeface="Inter"/>
                <a:cs typeface="Inter"/>
                <a:sym typeface="Inter"/>
              </a:rPr>
              <a:t>This session is being recorded</a:t>
            </a:r>
            <a:endParaRPr sz="2200">
              <a:solidFill>
                <a:srgbClr val="FF0000"/>
              </a:solidFill>
              <a:latin typeface="Inter"/>
              <a:ea typeface="Inter"/>
              <a:cs typeface="Inter"/>
              <a:sym typeface="Inter"/>
            </a:endParaRPr>
          </a:p>
        </p:txBody>
      </p:sp>
      <p:pic>
        <p:nvPicPr>
          <p:cNvPr id="103" name="Google Shape;103;p19"/>
          <p:cNvPicPr preferRelativeResize="0"/>
          <p:nvPr/>
        </p:nvPicPr>
        <p:blipFill>
          <a:blip r:embed="rId3">
            <a:alphaModFix/>
          </a:blip>
          <a:stretch>
            <a:fillRect/>
          </a:stretch>
        </p:blipFill>
        <p:spPr>
          <a:xfrm>
            <a:off x="6076425" y="4165536"/>
            <a:ext cx="1147324" cy="821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nvSpPr>
        <p:spPr>
          <a:xfrm>
            <a:off x="311700" y="740175"/>
            <a:ext cx="8561400" cy="4100700"/>
          </a:xfrm>
          <a:prstGeom prst="rect">
            <a:avLst/>
          </a:prstGeom>
          <a:noFill/>
          <a:ln>
            <a:noFill/>
          </a:ln>
        </p:spPr>
        <p:txBody>
          <a:bodyPr anchorCtr="0" anchor="t" bIns="45700" lIns="91400" spcFirstLastPara="1" rIns="91400" wrap="square" tIns="45700">
            <a:noAutofit/>
          </a:bodyPr>
          <a:lstStyle/>
          <a:p>
            <a:pPr indent="0" lvl="0" marL="0" rtl="0" algn="l">
              <a:lnSpc>
                <a:spcPct val="115000"/>
              </a:lnSpc>
              <a:spcBef>
                <a:spcPts val="0"/>
              </a:spcBef>
              <a:spcAft>
                <a:spcPts val="1000"/>
              </a:spcAft>
              <a:buNone/>
            </a:pPr>
            <a:r>
              <a:t/>
            </a:r>
            <a:endParaRPr sz="1200">
              <a:solidFill>
                <a:srgbClr val="434343"/>
              </a:solidFill>
              <a:latin typeface="Inter"/>
              <a:ea typeface="Inter"/>
              <a:cs typeface="Inter"/>
              <a:sym typeface="Inter"/>
            </a:endParaRPr>
          </a:p>
        </p:txBody>
      </p:sp>
      <p:sp>
        <p:nvSpPr>
          <p:cNvPr id="109" name="Google Shape;109;p20"/>
          <p:cNvSpPr txBox="1"/>
          <p:nvPr>
            <p:ph type="title"/>
          </p:nvPr>
        </p:nvSpPr>
        <p:spPr>
          <a:xfrm>
            <a:off x="401925" y="16350"/>
            <a:ext cx="8523000" cy="602775"/>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 - Intellectual Property</a:t>
            </a:r>
            <a:endParaRPr i="0" sz="2400" u="none" cap="none" strike="noStrike">
              <a:solidFill>
                <a:schemeClr val="lt1"/>
              </a:solidFill>
              <a:latin typeface="Inter"/>
              <a:ea typeface="Inter"/>
              <a:cs typeface="Inter"/>
              <a:sym typeface="Inter"/>
            </a:endParaRPr>
          </a:p>
        </p:txBody>
      </p:sp>
      <p:sp>
        <p:nvSpPr>
          <p:cNvPr id="110" name="Google Shape;110;p20"/>
          <p:cNvSpPr txBox="1"/>
          <p:nvPr/>
        </p:nvSpPr>
        <p:spPr>
          <a:xfrm>
            <a:off x="311700" y="1282025"/>
            <a:ext cx="8408400" cy="3346500"/>
          </a:xfrm>
          <a:prstGeom prst="rect">
            <a:avLst/>
          </a:prstGeom>
          <a:noFill/>
          <a:ln>
            <a:noFill/>
          </a:ln>
        </p:spPr>
        <p:txBody>
          <a:bodyPr anchorCtr="0" anchor="t" bIns="45700" lIns="91400" spcFirstLastPara="1" rIns="91400" wrap="square" tIns="45700">
            <a:noAutofit/>
          </a:bodyPr>
          <a:lstStyle/>
          <a:p>
            <a:pPr indent="-317500" lvl="0" marL="457200" rtl="0" algn="l">
              <a:lnSpc>
                <a:spcPct val="115000"/>
              </a:lnSpc>
              <a:spcBef>
                <a:spcPts val="0"/>
              </a:spcBef>
              <a:spcAft>
                <a:spcPts val="0"/>
              </a:spcAft>
              <a:buSzPts val="1400"/>
              <a:buFont typeface="Inter"/>
              <a:buChar char="●"/>
            </a:pPr>
            <a:r>
              <a:rPr b="1" lang="en-US">
                <a:latin typeface="Inter"/>
                <a:ea typeface="Inter"/>
                <a:cs typeface="Inter"/>
                <a:sym typeface="Inter"/>
              </a:rPr>
              <a:t>The IRTF follows the IETF Intellectual Property Rights (IPR) disclosure rules </a:t>
            </a:r>
            <a:br>
              <a:rPr b="1" lang="en-US">
                <a:latin typeface="Inter"/>
                <a:ea typeface="Inter"/>
                <a:cs typeface="Inter"/>
                <a:sym typeface="Inter"/>
              </a:rPr>
            </a:br>
            <a:endParaRPr b="1">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By participating in the IRTF, you agree to follow IRTF processes and policies:</a:t>
            </a:r>
            <a:endParaRPr>
              <a:latin typeface="Inter"/>
              <a:ea typeface="Inter"/>
              <a:cs typeface="Inter"/>
              <a:sym typeface="Inter"/>
            </a:endParaRPr>
          </a:p>
          <a:p>
            <a:pPr indent="-304800" lvl="1" marL="914400" rtl="0" algn="l">
              <a:lnSpc>
                <a:spcPct val="115000"/>
              </a:lnSpc>
              <a:spcBef>
                <a:spcPts val="0"/>
              </a:spcBef>
              <a:spcAft>
                <a:spcPts val="0"/>
              </a:spcAft>
              <a:buSzPts val="1200"/>
              <a:buFont typeface="Inter"/>
              <a:buChar char="○"/>
            </a:pPr>
            <a:r>
              <a:rPr lang="en-US" sz="1200">
                <a:latin typeface="Inter"/>
                <a:ea typeface="Inter"/>
                <a:cs typeface="Inter"/>
                <a:sym typeface="Inter"/>
              </a:rPr>
              <a:t>If you are aware that any IRTF contribution is covered by patents or patent applications that are owned or controlled by you or your sponsor, you must disclose that fact, or not participate in the discussion</a:t>
            </a:r>
            <a:endParaRPr sz="1200">
              <a:latin typeface="Inter"/>
              <a:ea typeface="Inter"/>
              <a:cs typeface="Inter"/>
              <a:sym typeface="Inter"/>
            </a:endParaRPr>
          </a:p>
          <a:p>
            <a:pPr indent="-304800" lvl="1" marL="914400" rtl="0" algn="l">
              <a:lnSpc>
                <a:spcPct val="115000"/>
              </a:lnSpc>
              <a:spcBef>
                <a:spcPts val="0"/>
              </a:spcBef>
              <a:spcAft>
                <a:spcPts val="0"/>
              </a:spcAft>
              <a:buSzPts val="1200"/>
              <a:buFont typeface="Inter"/>
              <a:buChar char="○"/>
            </a:pPr>
            <a:r>
              <a:rPr lang="en-US" sz="1200">
                <a:latin typeface="Inter"/>
                <a:ea typeface="Inter"/>
                <a:cs typeface="Inter"/>
                <a:sym typeface="Inter"/>
              </a:rPr>
              <a:t>The IRTF expects that you file such IPR disclosures in a timely manner – in a period measured in days or weeks, not months</a:t>
            </a:r>
            <a:endParaRPr sz="1200">
              <a:latin typeface="Inter"/>
              <a:ea typeface="Inter"/>
              <a:cs typeface="Inter"/>
              <a:sym typeface="Inter"/>
            </a:endParaRPr>
          </a:p>
          <a:p>
            <a:pPr indent="-304800" lvl="1" marL="914400" rtl="0" algn="l">
              <a:lnSpc>
                <a:spcPct val="115000"/>
              </a:lnSpc>
              <a:spcBef>
                <a:spcPts val="0"/>
              </a:spcBef>
              <a:spcAft>
                <a:spcPts val="0"/>
              </a:spcAft>
              <a:buSzPts val="1200"/>
              <a:buFont typeface="Inter"/>
              <a:buChar char="○"/>
            </a:pPr>
            <a:r>
              <a:rPr lang="en-US" sz="1200">
                <a:latin typeface="Inter"/>
                <a:ea typeface="Inter"/>
                <a:cs typeface="Inter"/>
                <a:sym typeface="Inter"/>
              </a:rPr>
              <a:t>The IRTF prefers that the most liberal licensing terms possible are made available for IRTF Stream documents – see </a:t>
            </a:r>
            <a:r>
              <a:rPr lang="en-US" sz="1200" u="sng">
                <a:solidFill>
                  <a:schemeClr val="hlink"/>
                </a:solidFill>
                <a:latin typeface="Inter"/>
                <a:ea typeface="Inter"/>
                <a:cs typeface="Inter"/>
                <a:sym typeface="Inter"/>
                <a:hlinkClick r:id="rId3"/>
              </a:rPr>
              <a:t>RFC 5743</a:t>
            </a:r>
            <a:endParaRPr sz="1200">
              <a:latin typeface="Inter"/>
              <a:ea typeface="Inter"/>
              <a:cs typeface="Inter"/>
              <a:sym typeface="Inter"/>
            </a:endParaRPr>
          </a:p>
          <a:p>
            <a:pPr indent="-304800" lvl="1" marL="914400" rtl="0" algn="l">
              <a:lnSpc>
                <a:spcPct val="115000"/>
              </a:lnSpc>
              <a:spcBef>
                <a:spcPts val="0"/>
              </a:spcBef>
              <a:spcAft>
                <a:spcPts val="0"/>
              </a:spcAft>
              <a:buSzPts val="1200"/>
              <a:buFont typeface="Inter"/>
              <a:buChar char="○"/>
            </a:pPr>
            <a:r>
              <a:rPr lang="en-US" sz="1200">
                <a:latin typeface="Inter"/>
                <a:ea typeface="Inter"/>
                <a:cs typeface="Inter"/>
                <a:sym typeface="Inter"/>
              </a:rPr>
              <a:t>Definitive information is in </a:t>
            </a:r>
            <a:r>
              <a:rPr lang="en-US" sz="1200" u="sng">
                <a:solidFill>
                  <a:schemeClr val="hlink"/>
                </a:solidFill>
                <a:latin typeface="Inter"/>
                <a:ea typeface="Inter"/>
                <a:cs typeface="Inter"/>
                <a:sym typeface="Inter"/>
                <a:hlinkClick r:id="rId4"/>
              </a:rPr>
              <a:t>RFC 5378</a:t>
            </a:r>
            <a:r>
              <a:rPr lang="en-US" sz="1200">
                <a:latin typeface="Inter"/>
                <a:ea typeface="Inter"/>
                <a:cs typeface="Inter"/>
                <a:sym typeface="Inter"/>
              </a:rPr>
              <a:t> (Copyright) and </a:t>
            </a:r>
            <a:r>
              <a:rPr lang="en-US" sz="1200" u="sng">
                <a:solidFill>
                  <a:schemeClr val="hlink"/>
                </a:solidFill>
                <a:latin typeface="Inter"/>
                <a:ea typeface="Inter"/>
                <a:cs typeface="Inter"/>
                <a:sym typeface="Inter"/>
                <a:hlinkClick r:id="rId5"/>
              </a:rPr>
              <a:t>RFC 8179</a:t>
            </a:r>
            <a:r>
              <a:rPr lang="en-US" sz="1200">
                <a:latin typeface="Inter"/>
                <a:ea typeface="Inter"/>
                <a:cs typeface="Inter"/>
                <a:sym typeface="Inter"/>
              </a:rPr>
              <a:t> (Patents, Participation), substituting IRTF for IETF, and at </a:t>
            </a:r>
            <a:r>
              <a:rPr lang="en-US" sz="1200" u="sng">
                <a:solidFill>
                  <a:schemeClr val="hlink"/>
                </a:solidFill>
                <a:latin typeface="Inter"/>
                <a:ea typeface="Inter"/>
                <a:cs typeface="Inter"/>
                <a:sym typeface="Inter"/>
                <a:hlinkClick r:id="rId6"/>
              </a:rPr>
              <a:t>https://irtf.org/policies/ipr</a:t>
            </a:r>
            <a:endParaRPr sz="1200">
              <a:solidFill>
                <a:srgbClr val="434343"/>
              </a:solidFill>
              <a:latin typeface="Inter"/>
              <a:ea typeface="Inter"/>
              <a:cs typeface="Inter"/>
              <a:sym typeface="Inte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nvSpPr>
        <p:spPr>
          <a:xfrm>
            <a:off x="311700" y="740175"/>
            <a:ext cx="8561400" cy="4100700"/>
          </a:xfrm>
          <a:prstGeom prst="rect">
            <a:avLst/>
          </a:prstGeom>
          <a:noFill/>
          <a:ln>
            <a:noFill/>
          </a:ln>
        </p:spPr>
        <p:txBody>
          <a:bodyPr anchorCtr="0" anchor="t" bIns="45700" lIns="91400" spcFirstLastPara="1" rIns="91400" wrap="square" tIns="45700">
            <a:noAutofit/>
          </a:bodyPr>
          <a:lstStyle/>
          <a:p>
            <a:pPr indent="0" lvl="0" marL="0" rtl="0" algn="l">
              <a:lnSpc>
                <a:spcPct val="115000"/>
              </a:lnSpc>
              <a:spcBef>
                <a:spcPts val="0"/>
              </a:spcBef>
              <a:spcAft>
                <a:spcPts val="1000"/>
              </a:spcAft>
              <a:buNone/>
            </a:pPr>
            <a:r>
              <a:t/>
            </a:r>
            <a:endParaRPr sz="1200">
              <a:solidFill>
                <a:srgbClr val="434343"/>
              </a:solidFill>
              <a:latin typeface="Inter"/>
              <a:ea typeface="Inter"/>
              <a:cs typeface="Inter"/>
              <a:sym typeface="Inter"/>
            </a:endParaRPr>
          </a:p>
        </p:txBody>
      </p:sp>
      <p:sp>
        <p:nvSpPr>
          <p:cNvPr id="116" name="Google Shape;116;p21"/>
          <p:cNvSpPr txBox="1"/>
          <p:nvPr>
            <p:ph type="title"/>
          </p:nvPr>
        </p:nvSpPr>
        <p:spPr>
          <a:xfrm>
            <a:off x="401925" y="16350"/>
            <a:ext cx="8523000" cy="602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 - Audio and Video Recordings</a:t>
            </a:r>
            <a:endParaRPr i="0" sz="2400" u="none" cap="none" strike="noStrike">
              <a:solidFill>
                <a:schemeClr val="lt1"/>
              </a:solidFill>
              <a:latin typeface="Inter"/>
              <a:ea typeface="Inter"/>
              <a:cs typeface="Inter"/>
              <a:sym typeface="Inter"/>
            </a:endParaRPr>
          </a:p>
        </p:txBody>
      </p:sp>
      <p:sp>
        <p:nvSpPr>
          <p:cNvPr id="117" name="Google Shape;117;p21"/>
          <p:cNvSpPr txBox="1"/>
          <p:nvPr/>
        </p:nvSpPr>
        <p:spPr>
          <a:xfrm>
            <a:off x="311700" y="1282025"/>
            <a:ext cx="8408400" cy="3346500"/>
          </a:xfrm>
          <a:prstGeom prst="rect">
            <a:avLst/>
          </a:prstGeom>
          <a:noFill/>
          <a:ln>
            <a:noFill/>
          </a:ln>
        </p:spPr>
        <p:txBody>
          <a:bodyPr anchorCtr="0" anchor="t" bIns="45700" lIns="91400" spcFirstLastPara="1" rIns="91400" wrap="square" tIns="45700">
            <a:noAutofit/>
          </a:bodyPr>
          <a:lstStyle/>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The IRTF routinely makes recordings of online and in-person meetings, including audio, video and photographs, and publishes those recordings online</a:t>
            </a:r>
            <a:br>
              <a:rPr lang="en-US">
                <a:latin typeface="Inter"/>
                <a:ea typeface="Inter"/>
                <a:cs typeface="Inter"/>
                <a:sym typeface="Inter"/>
              </a:rPr>
            </a:br>
            <a:endParaRPr>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If you participate in person and choose not to wear a red “do-not-photograph” lanyard, then you consent to appear in such recordings, and if you speak at a microphone, appear on a panel, or carry out an official duty as a member of IRTF leadership then you consent to appearing in recordings of you at that time</a:t>
            </a:r>
            <a:br>
              <a:rPr lang="en-US">
                <a:latin typeface="Inter"/>
                <a:ea typeface="Inter"/>
                <a:cs typeface="Inter"/>
                <a:sym typeface="Inter"/>
              </a:rPr>
            </a:br>
            <a:endParaRPr>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If you participate online, and turn on your camera and/or microphone, then you consent to appear in such recordings</a:t>
            </a:r>
            <a:endParaRPr sz="1200">
              <a:solidFill>
                <a:srgbClr val="434343"/>
              </a:solidFill>
              <a:latin typeface="Inter"/>
              <a:ea typeface="Inter"/>
              <a:cs typeface="Inter"/>
              <a:sym typeface="Inte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nvSpPr>
        <p:spPr>
          <a:xfrm>
            <a:off x="311700" y="740175"/>
            <a:ext cx="8561400" cy="4100700"/>
          </a:xfrm>
          <a:prstGeom prst="rect">
            <a:avLst/>
          </a:prstGeom>
          <a:noFill/>
          <a:ln>
            <a:noFill/>
          </a:ln>
        </p:spPr>
        <p:txBody>
          <a:bodyPr anchorCtr="0" anchor="t" bIns="45700" lIns="91400" spcFirstLastPara="1" rIns="91400" wrap="square" tIns="45700">
            <a:noAutofit/>
          </a:bodyPr>
          <a:lstStyle/>
          <a:p>
            <a:pPr indent="0" lvl="0" marL="0" rtl="0" algn="l">
              <a:lnSpc>
                <a:spcPct val="115000"/>
              </a:lnSpc>
              <a:spcBef>
                <a:spcPts val="0"/>
              </a:spcBef>
              <a:spcAft>
                <a:spcPts val="1000"/>
              </a:spcAft>
              <a:buNone/>
            </a:pPr>
            <a:r>
              <a:t/>
            </a:r>
            <a:endParaRPr sz="1200">
              <a:solidFill>
                <a:srgbClr val="434343"/>
              </a:solidFill>
              <a:latin typeface="Inter"/>
              <a:ea typeface="Inter"/>
              <a:cs typeface="Inter"/>
              <a:sym typeface="Inter"/>
            </a:endParaRPr>
          </a:p>
        </p:txBody>
      </p:sp>
      <p:sp>
        <p:nvSpPr>
          <p:cNvPr id="123" name="Google Shape;123;p22"/>
          <p:cNvSpPr txBox="1"/>
          <p:nvPr>
            <p:ph type="title"/>
          </p:nvPr>
        </p:nvSpPr>
        <p:spPr>
          <a:xfrm>
            <a:off x="401925" y="16350"/>
            <a:ext cx="8523000" cy="602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 - Privacy &amp; Code of Conduct</a:t>
            </a:r>
            <a:endParaRPr i="0" sz="2400" u="none" cap="none" strike="noStrike">
              <a:solidFill>
                <a:schemeClr val="lt1"/>
              </a:solidFill>
              <a:latin typeface="Inter"/>
              <a:ea typeface="Inter"/>
              <a:cs typeface="Inter"/>
              <a:sym typeface="Inter"/>
            </a:endParaRPr>
          </a:p>
        </p:txBody>
      </p:sp>
      <p:sp>
        <p:nvSpPr>
          <p:cNvPr id="124" name="Google Shape;124;p22"/>
          <p:cNvSpPr txBox="1"/>
          <p:nvPr/>
        </p:nvSpPr>
        <p:spPr>
          <a:xfrm>
            <a:off x="311700" y="1282025"/>
            <a:ext cx="8408400" cy="3346500"/>
          </a:xfrm>
          <a:prstGeom prst="rect">
            <a:avLst/>
          </a:prstGeom>
          <a:noFill/>
          <a:ln>
            <a:noFill/>
          </a:ln>
        </p:spPr>
        <p:txBody>
          <a:bodyPr anchorCtr="0" anchor="t" bIns="45700" lIns="91400" spcFirstLastPara="1" rIns="91400" wrap="square" tIns="45700">
            <a:noAutofit/>
          </a:bodyPr>
          <a:lstStyle/>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As a participant in, or attendee to, any IRTF activity you acknowledge that written, audio, video, and photographic records of meetings may be made public</a:t>
            </a:r>
            <a:br>
              <a:rPr lang="en-US">
                <a:latin typeface="Inter"/>
                <a:ea typeface="Inter"/>
                <a:cs typeface="Inter"/>
                <a:sym typeface="Inter"/>
              </a:rPr>
            </a:br>
            <a:endParaRPr>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Personal information that you provide to IRTF will be handled in accordance with the Privacy Policy at </a:t>
            </a:r>
            <a:r>
              <a:rPr lang="en-US" u="sng">
                <a:solidFill>
                  <a:schemeClr val="hlink"/>
                </a:solidFill>
                <a:latin typeface="Inter"/>
                <a:ea typeface="Inter"/>
                <a:cs typeface="Inter"/>
                <a:sym typeface="Inter"/>
                <a:hlinkClick r:id="rId3"/>
              </a:rPr>
              <a:t>https://www.ietf.org/privacy-policy/</a:t>
            </a:r>
            <a:br>
              <a:rPr lang="en-US">
                <a:latin typeface="Inter"/>
                <a:ea typeface="Inter"/>
                <a:cs typeface="Inter"/>
                <a:sym typeface="Inter"/>
              </a:rPr>
            </a:br>
            <a:endParaRPr>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As a participant or attendee, you agree to work respectfully with other participants; please contact the ombudsteam (</a:t>
            </a:r>
            <a:r>
              <a:rPr lang="en-US" u="sng">
                <a:solidFill>
                  <a:schemeClr val="hlink"/>
                </a:solidFill>
                <a:latin typeface="Inter"/>
                <a:ea typeface="Inter"/>
                <a:cs typeface="Inter"/>
                <a:sym typeface="Inter"/>
                <a:hlinkClick r:id="rId4"/>
              </a:rPr>
              <a:t>https://www.ietf.org/contact/ombudsteam/</a:t>
            </a:r>
            <a:r>
              <a:rPr lang="en-US">
                <a:latin typeface="Inter"/>
                <a:ea typeface="Inter"/>
                <a:cs typeface="Inter"/>
                <a:sym typeface="Inter"/>
              </a:rPr>
              <a:t>) if you have questions or concerns about this</a:t>
            </a:r>
            <a:br>
              <a:rPr lang="en-US">
                <a:latin typeface="Inter"/>
                <a:ea typeface="Inter"/>
                <a:cs typeface="Inter"/>
                <a:sym typeface="Inter"/>
              </a:rPr>
            </a:br>
            <a:endParaRPr>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See </a:t>
            </a:r>
            <a:r>
              <a:rPr lang="en-US" u="sng">
                <a:solidFill>
                  <a:schemeClr val="hlink"/>
                </a:solidFill>
                <a:latin typeface="Inter"/>
                <a:ea typeface="Inter"/>
                <a:cs typeface="Inter"/>
                <a:sym typeface="Inter"/>
                <a:hlinkClick r:id="rId5"/>
              </a:rPr>
              <a:t>RFC 7154</a:t>
            </a:r>
            <a:r>
              <a:rPr lang="en-US">
                <a:latin typeface="Inter"/>
                <a:ea typeface="Inter"/>
                <a:cs typeface="Inter"/>
                <a:sym typeface="Inter"/>
              </a:rPr>
              <a:t> (Code of Conduct) and </a:t>
            </a:r>
            <a:r>
              <a:rPr lang="en-US" u="sng">
                <a:solidFill>
                  <a:schemeClr val="hlink"/>
                </a:solidFill>
                <a:latin typeface="Inter"/>
                <a:ea typeface="Inter"/>
                <a:cs typeface="Inter"/>
                <a:sym typeface="Inter"/>
                <a:hlinkClick r:id="rId6"/>
              </a:rPr>
              <a:t>RFC 7776</a:t>
            </a:r>
            <a:r>
              <a:rPr lang="en-US">
                <a:latin typeface="Inter"/>
                <a:ea typeface="Inter"/>
                <a:cs typeface="Inter"/>
                <a:sym typeface="Inter"/>
              </a:rPr>
              <a:t> (Anti-Harassment Procedures), which also apply to IRTF</a:t>
            </a:r>
            <a:br>
              <a:rPr lang="en-US">
                <a:latin typeface="Inter"/>
                <a:ea typeface="Inter"/>
                <a:cs typeface="Inter"/>
                <a:sym typeface="Inter"/>
              </a:rPr>
            </a:br>
            <a:endParaRPr>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Also see </a:t>
            </a:r>
            <a:r>
              <a:rPr lang="en-US" u="sng">
                <a:solidFill>
                  <a:schemeClr val="hlink"/>
                </a:solidFill>
                <a:latin typeface="Inter"/>
                <a:ea typeface="Inter"/>
                <a:cs typeface="Inter"/>
                <a:sym typeface="Inter"/>
                <a:hlinkClick r:id="rId7"/>
              </a:rPr>
              <a:t>RFC 9775</a:t>
            </a:r>
            <a:r>
              <a:rPr lang="en-US">
                <a:latin typeface="Inter"/>
                <a:ea typeface="Inter"/>
                <a:cs typeface="Inter"/>
                <a:sym typeface="Inter"/>
              </a:rPr>
              <a:t> (IRTF Code of Conduct)</a:t>
            </a:r>
            <a:endParaRPr sz="1200">
              <a:solidFill>
                <a:srgbClr val="434343"/>
              </a:solidFill>
              <a:latin typeface="Inter"/>
              <a:ea typeface="Inter"/>
              <a:cs typeface="Inter"/>
              <a:sym typeface="Inte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nvSpPr>
        <p:spPr>
          <a:xfrm>
            <a:off x="311700" y="740175"/>
            <a:ext cx="8561400" cy="4100700"/>
          </a:xfrm>
          <a:prstGeom prst="rect">
            <a:avLst/>
          </a:prstGeom>
          <a:noFill/>
          <a:ln>
            <a:noFill/>
          </a:ln>
        </p:spPr>
        <p:txBody>
          <a:bodyPr anchorCtr="0" anchor="t" bIns="45700" lIns="91400" spcFirstLastPara="1" rIns="91400" wrap="square" tIns="45700">
            <a:noAutofit/>
          </a:bodyPr>
          <a:lstStyle/>
          <a:p>
            <a:pPr indent="0" lvl="0" marL="0" rtl="0" algn="l">
              <a:lnSpc>
                <a:spcPct val="115000"/>
              </a:lnSpc>
              <a:spcBef>
                <a:spcPts val="0"/>
              </a:spcBef>
              <a:spcAft>
                <a:spcPts val="1000"/>
              </a:spcAft>
              <a:buNone/>
            </a:pPr>
            <a:r>
              <a:t/>
            </a:r>
            <a:endParaRPr sz="1200">
              <a:solidFill>
                <a:srgbClr val="434343"/>
              </a:solidFill>
              <a:latin typeface="Inter"/>
              <a:ea typeface="Inter"/>
              <a:cs typeface="Inter"/>
              <a:sym typeface="Inter"/>
            </a:endParaRPr>
          </a:p>
        </p:txBody>
      </p:sp>
      <p:sp>
        <p:nvSpPr>
          <p:cNvPr id="130" name="Google Shape;130;p23"/>
          <p:cNvSpPr txBox="1"/>
          <p:nvPr>
            <p:ph type="title"/>
          </p:nvPr>
        </p:nvSpPr>
        <p:spPr>
          <a:xfrm>
            <a:off x="401925" y="16350"/>
            <a:ext cx="8523000" cy="602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Goals of the IRTF</a:t>
            </a:r>
            <a:endParaRPr i="0" sz="2400" u="none" cap="none" strike="noStrike">
              <a:solidFill>
                <a:schemeClr val="lt1"/>
              </a:solidFill>
              <a:latin typeface="Inter"/>
              <a:ea typeface="Inter"/>
              <a:cs typeface="Inter"/>
              <a:sym typeface="Inter"/>
            </a:endParaRPr>
          </a:p>
        </p:txBody>
      </p:sp>
      <p:sp>
        <p:nvSpPr>
          <p:cNvPr id="131" name="Google Shape;131;p23"/>
          <p:cNvSpPr txBox="1"/>
          <p:nvPr/>
        </p:nvSpPr>
        <p:spPr>
          <a:xfrm>
            <a:off x="311700" y="1282025"/>
            <a:ext cx="8408400" cy="3346500"/>
          </a:xfrm>
          <a:prstGeom prst="rect">
            <a:avLst/>
          </a:prstGeom>
          <a:noFill/>
          <a:ln>
            <a:noFill/>
          </a:ln>
        </p:spPr>
        <p:txBody>
          <a:bodyPr anchorCtr="0" anchor="t" bIns="45700" lIns="91400" spcFirstLastPara="1" rIns="91400" wrap="square" tIns="45700">
            <a:noAutofit/>
          </a:bodyPr>
          <a:lstStyle/>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The Internet Research Task Force (IRTF) focuses on longer term research issues related to the Internet while the parallel organisation, the IETF, focuses on shorter term issues of engineering and standards making</a:t>
            </a:r>
            <a:br>
              <a:rPr lang="en-US">
                <a:latin typeface="Inter"/>
                <a:ea typeface="Inter"/>
                <a:cs typeface="Inter"/>
                <a:sym typeface="Inter"/>
              </a:rPr>
            </a:br>
            <a:endParaRPr>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b="1" lang="en-US">
                <a:latin typeface="Inter"/>
                <a:ea typeface="Inter"/>
                <a:cs typeface="Inter"/>
                <a:sym typeface="Inter"/>
              </a:rPr>
              <a:t>The IRTF conducts research; it is not a standards development organisation</a:t>
            </a:r>
            <a:br>
              <a:rPr b="1" lang="en-US">
                <a:latin typeface="Inter"/>
                <a:ea typeface="Inter"/>
                <a:cs typeface="Inter"/>
                <a:sym typeface="Inter"/>
              </a:rPr>
            </a:br>
            <a:endParaRPr b="1">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While the IRTF can publish informational or experimental documents in the RFC series, its primary goal is to promote development of research collaboration and teamwork in exploring research issues related to Internet protocols, applications, architecture, and technology</a:t>
            </a:r>
            <a:br>
              <a:rPr lang="en-US">
                <a:latin typeface="Inter"/>
                <a:ea typeface="Inter"/>
                <a:cs typeface="Inter"/>
                <a:sym typeface="Inter"/>
              </a:rPr>
            </a:br>
            <a:endParaRPr>
              <a:latin typeface="Inter"/>
              <a:ea typeface="Inter"/>
              <a:cs typeface="Inter"/>
              <a:sym typeface="Inter"/>
            </a:endParaRPr>
          </a:p>
          <a:p>
            <a:pPr indent="-317500" lvl="0" marL="457200" rtl="0" algn="l">
              <a:lnSpc>
                <a:spcPct val="115000"/>
              </a:lnSpc>
              <a:spcBef>
                <a:spcPts val="0"/>
              </a:spcBef>
              <a:spcAft>
                <a:spcPts val="0"/>
              </a:spcAft>
              <a:buSzPts val="1400"/>
              <a:buFont typeface="Inter"/>
              <a:buChar char="●"/>
            </a:pPr>
            <a:r>
              <a:rPr lang="en-US">
                <a:latin typeface="Inter"/>
                <a:ea typeface="Inter"/>
                <a:cs typeface="Inter"/>
                <a:sym typeface="Inter"/>
              </a:rPr>
              <a:t>See “An IRTF Primer for IETF Participants” – </a:t>
            </a:r>
            <a:r>
              <a:rPr lang="en-US" u="sng">
                <a:solidFill>
                  <a:schemeClr val="hlink"/>
                </a:solidFill>
                <a:latin typeface="Inter"/>
                <a:ea typeface="Inter"/>
                <a:cs typeface="Inter"/>
                <a:sym typeface="Inter"/>
                <a:hlinkClick r:id="rId3"/>
              </a:rPr>
              <a:t>RFC 7418</a:t>
            </a:r>
            <a:endParaRPr sz="1200">
              <a:solidFill>
                <a:srgbClr val="434343"/>
              </a:solidFill>
              <a:latin typeface="Inter"/>
              <a:ea typeface="Inter"/>
              <a:cs typeface="Inter"/>
              <a:sym typeface="Inte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471900" y="218223"/>
            <a:ext cx="8222100" cy="1288200"/>
          </a:xfrm>
          <a:prstGeom prst="rect">
            <a:avLst/>
          </a:prstGeom>
          <a:noFill/>
          <a:ln>
            <a:noFill/>
          </a:ln>
        </p:spPr>
        <p:txBody>
          <a:bodyPr anchorCtr="0" anchor="b" bIns="91400" lIns="91400" spcFirstLastPara="1" rIns="91400" wrap="square" tIns="91400">
            <a:noAutofit/>
          </a:bodyPr>
          <a:lstStyle/>
          <a:p>
            <a:pPr indent="0" lvl="0" marL="0" marR="0" rtl="0" algn="l">
              <a:lnSpc>
                <a:spcPct val="100000"/>
              </a:lnSpc>
              <a:spcBef>
                <a:spcPts val="0"/>
              </a:spcBef>
              <a:spcAft>
                <a:spcPts val="0"/>
              </a:spcAft>
              <a:buClr>
                <a:srgbClr val="FFFFFF"/>
              </a:buClr>
              <a:buSzPts val="3600"/>
              <a:buFont typeface="Open Sans"/>
              <a:buNone/>
            </a:pPr>
            <a:r>
              <a:rPr lang="en-US"/>
              <a:t>IETF 126 Meeting Tips</a:t>
            </a:r>
            <a:endParaRPr sz="2400">
              <a:solidFill>
                <a:srgbClr val="FFFFFF"/>
              </a:solidFill>
            </a:endParaRPr>
          </a:p>
        </p:txBody>
      </p:sp>
      <p:sp>
        <p:nvSpPr>
          <p:cNvPr id="137" name="Google Shape;137;p24"/>
          <p:cNvSpPr txBox="1"/>
          <p:nvPr>
            <p:ph idx="1" type="body"/>
          </p:nvPr>
        </p:nvSpPr>
        <p:spPr>
          <a:xfrm>
            <a:off x="331800" y="1896950"/>
            <a:ext cx="8480400" cy="2727300"/>
          </a:xfrm>
          <a:prstGeom prst="rect">
            <a:avLst/>
          </a:prstGeom>
          <a:noFill/>
          <a:ln>
            <a:noFill/>
          </a:ln>
        </p:spPr>
        <p:txBody>
          <a:bodyPr anchorCtr="0" anchor="t" bIns="91400" lIns="91400" spcFirstLastPara="1" rIns="91400" wrap="square" tIns="91400">
            <a:noAutofit/>
          </a:bodyPr>
          <a:lstStyle/>
          <a:p>
            <a:pPr indent="0" lvl="0" marL="0" rtl="0" algn="l">
              <a:lnSpc>
                <a:spcPct val="110000"/>
              </a:lnSpc>
              <a:spcBef>
                <a:spcPts val="300"/>
              </a:spcBef>
              <a:spcAft>
                <a:spcPts val="0"/>
              </a:spcAft>
              <a:buNone/>
            </a:pPr>
            <a:r>
              <a:rPr b="1" lang="en-US" sz="1600">
                <a:solidFill>
                  <a:srgbClr val="000000"/>
                </a:solidFill>
              </a:rPr>
              <a:t>In-person participants</a:t>
            </a:r>
            <a:endParaRPr b="1" sz="1600">
              <a:solidFill>
                <a:srgbClr val="000000"/>
              </a:solidFill>
            </a:endParaRPr>
          </a:p>
          <a:p>
            <a:pPr indent="-330200" lvl="0" marL="457200" rtl="0" algn="l">
              <a:lnSpc>
                <a:spcPct val="110000"/>
              </a:lnSpc>
              <a:spcBef>
                <a:spcPts val="300"/>
              </a:spcBef>
              <a:spcAft>
                <a:spcPts val="0"/>
              </a:spcAft>
              <a:buClr>
                <a:srgbClr val="000000"/>
              </a:buClr>
              <a:buSzPts val="1600"/>
              <a:buChar char="●"/>
            </a:pPr>
            <a:r>
              <a:rPr lang="en-US" sz="1600">
                <a:solidFill>
                  <a:srgbClr val="000000"/>
                </a:solidFill>
              </a:rPr>
              <a:t>Make sure to sign into the session using the Meetecho </a:t>
            </a:r>
            <a:br>
              <a:rPr lang="en-US" sz="1600">
                <a:solidFill>
                  <a:srgbClr val="000000"/>
                </a:solidFill>
              </a:rPr>
            </a:br>
            <a:r>
              <a:rPr lang="en-US" sz="1600">
                <a:solidFill>
                  <a:srgbClr val="000000"/>
                </a:solidFill>
              </a:rPr>
              <a:t>(usually the “Meetecho lite” client) from the Datatracker agenda</a:t>
            </a:r>
            <a:endParaRPr sz="1600">
              <a:solidFill>
                <a:srgbClr val="000000"/>
              </a:solidFill>
            </a:endParaRPr>
          </a:p>
          <a:p>
            <a:pPr indent="-330200" lvl="0" marL="457200" rtl="0" algn="l">
              <a:lnSpc>
                <a:spcPct val="110000"/>
              </a:lnSpc>
              <a:spcBef>
                <a:spcPts val="0"/>
              </a:spcBef>
              <a:spcAft>
                <a:spcPts val="0"/>
              </a:spcAft>
              <a:buClr>
                <a:srgbClr val="000000"/>
              </a:buClr>
              <a:buSzPts val="1600"/>
              <a:buChar char="●"/>
            </a:pPr>
            <a:r>
              <a:rPr lang="en-US" sz="1600">
                <a:solidFill>
                  <a:srgbClr val="000000"/>
                </a:solidFill>
              </a:rPr>
              <a:t>Use Meetecho to join the mic queue</a:t>
            </a:r>
            <a:endParaRPr sz="1600">
              <a:solidFill>
                <a:srgbClr val="000000"/>
              </a:solidFill>
            </a:endParaRPr>
          </a:p>
          <a:p>
            <a:pPr indent="-330200" lvl="0" marL="457200" rtl="0" algn="l">
              <a:lnSpc>
                <a:spcPct val="110000"/>
              </a:lnSpc>
              <a:spcBef>
                <a:spcPts val="0"/>
              </a:spcBef>
              <a:spcAft>
                <a:spcPts val="0"/>
              </a:spcAft>
              <a:buClr>
                <a:srgbClr val="000000"/>
              </a:buClr>
              <a:buSzPts val="1600"/>
              <a:buChar char="●"/>
            </a:pPr>
            <a:r>
              <a:rPr i="1" lang="en-US" sz="1600">
                <a:solidFill>
                  <a:srgbClr val="000000"/>
                </a:solidFill>
              </a:rPr>
              <a:t>Keep audio and video off if not using the onsite version</a:t>
            </a:r>
            <a:endParaRPr i="1" sz="1600">
              <a:solidFill>
                <a:srgbClr val="000000"/>
              </a:solidFill>
            </a:endParaRPr>
          </a:p>
          <a:p>
            <a:pPr indent="0" lvl="0" marL="0" rtl="0" algn="l">
              <a:lnSpc>
                <a:spcPct val="110000"/>
              </a:lnSpc>
              <a:spcBef>
                <a:spcPts val="300"/>
              </a:spcBef>
              <a:spcAft>
                <a:spcPts val="0"/>
              </a:spcAft>
              <a:buNone/>
            </a:pPr>
            <a:br>
              <a:rPr b="1" lang="en-US" sz="1600">
                <a:solidFill>
                  <a:srgbClr val="000000"/>
                </a:solidFill>
              </a:rPr>
            </a:br>
            <a:r>
              <a:rPr b="1" lang="en-US" sz="1600">
                <a:solidFill>
                  <a:srgbClr val="000000"/>
                </a:solidFill>
              </a:rPr>
              <a:t>Remote participants</a:t>
            </a:r>
            <a:endParaRPr b="1" sz="1600">
              <a:solidFill>
                <a:srgbClr val="000000"/>
              </a:solidFill>
            </a:endParaRPr>
          </a:p>
          <a:p>
            <a:pPr indent="-330200" lvl="0" marL="457200" rtl="0" algn="l">
              <a:lnSpc>
                <a:spcPct val="110000"/>
              </a:lnSpc>
              <a:spcBef>
                <a:spcPts val="300"/>
              </a:spcBef>
              <a:spcAft>
                <a:spcPts val="0"/>
              </a:spcAft>
              <a:buClr>
                <a:srgbClr val="000000"/>
              </a:buClr>
              <a:buSzPts val="1600"/>
              <a:buChar char="●"/>
            </a:pPr>
            <a:r>
              <a:rPr lang="en-US" sz="1600">
                <a:solidFill>
                  <a:srgbClr val="000000"/>
                </a:solidFill>
              </a:rPr>
              <a:t>Make sure your audio and video are off unless you are chairing or presenting during a session</a:t>
            </a:r>
            <a:endParaRPr sz="1600">
              <a:solidFill>
                <a:srgbClr val="000000"/>
              </a:solidFill>
            </a:endParaRPr>
          </a:p>
        </p:txBody>
      </p:sp>
      <p:sp>
        <p:nvSpPr>
          <p:cNvPr id="138" name="Google Shape;138;p24"/>
          <p:cNvSpPr txBox="1"/>
          <p:nvPr>
            <p:ph idx="12" type="sldNum"/>
          </p:nvPr>
        </p:nvSpPr>
        <p:spPr>
          <a:xfrm>
            <a:off x="8735428" y="4724798"/>
            <a:ext cx="336900" cy="335400"/>
          </a:xfrm>
          <a:prstGeom prst="rect">
            <a:avLst/>
          </a:prstGeom>
          <a:noFill/>
          <a:ln>
            <a:noFill/>
          </a:ln>
        </p:spPr>
        <p:txBody>
          <a:bodyPr anchorCtr="0" anchor="ctr" bIns="91400" lIns="91400" spcFirstLastPara="1" rIns="91400" wrap="square" tIns="91400">
            <a:noAutofit/>
          </a:bodyPr>
          <a:lstStyle/>
          <a:p>
            <a:pPr indent="0" lvl="0" marL="0" rtl="0" algn="r">
              <a:spcBef>
                <a:spcPts val="0"/>
              </a:spcBef>
              <a:spcAft>
                <a:spcPts val="0"/>
              </a:spcAft>
              <a:buClr>
                <a:srgbClr val="737373"/>
              </a:buClr>
              <a:buSzPts val="1000"/>
              <a:buFont typeface="Roboto"/>
              <a:buNone/>
            </a:pPr>
            <a:fld id="{00000000-1234-1234-1234-123412341234}" type="slidenum">
              <a:rPr lang="en-US"/>
              <a:t>‹#›</a:t>
            </a:fld>
            <a:endParaRPr/>
          </a:p>
        </p:txBody>
      </p:sp>
      <p:sp>
        <p:nvSpPr>
          <p:cNvPr id="139" name="Google Shape;139;p24"/>
          <p:cNvSpPr txBox="1"/>
          <p:nvPr/>
        </p:nvSpPr>
        <p:spPr>
          <a:xfrm>
            <a:off x="1709550" y="218225"/>
            <a:ext cx="5724900" cy="667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300"/>
              </a:spcBef>
              <a:spcAft>
                <a:spcPts val="0"/>
              </a:spcAft>
              <a:buNone/>
            </a:pPr>
            <a:r>
              <a:rPr lang="en-US" sz="2400">
                <a:solidFill>
                  <a:srgbClr val="FF0000"/>
                </a:solidFill>
                <a:latin typeface="Montserrat"/>
                <a:ea typeface="Montserrat"/>
                <a:cs typeface="Montserrat"/>
                <a:sym typeface="Montserrat"/>
              </a:rPr>
              <a:t>This session is being recorded</a:t>
            </a:r>
            <a:endParaRPr sz="2400">
              <a:solidFill>
                <a:srgbClr val="FF0000"/>
              </a:solidFill>
              <a:latin typeface="Montserrat"/>
              <a:ea typeface="Montserrat"/>
              <a:cs typeface="Montserrat"/>
              <a:sym typeface="Montserrat"/>
            </a:endParaRPr>
          </a:p>
        </p:txBody>
      </p:sp>
      <p:pic>
        <p:nvPicPr>
          <p:cNvPr id="140" name="Google Shape;140;p24"/>
          <p:cNvPicPr preferRelativeResize="0"/>
          <p:nvPr/>
        </p:nvPicPr>
        <p:blipFill>
          <a:blip r:embed="rId3">
            <a:alphaModFix/>
          </a:blip>
          <a:stretch>
            <a:fillRect/>
          </a:stretch>
        </p:blipFill>
        <p:spPr>
          <a:xfrm>
            <a:off x="6507150" y="2971838"/>
            <a:ext cx="2305050" cy="847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471900" y="218223"/>
            <a:ext cx="8222100" cy="1288200"/>
          </a:xfrm>
          <a:prstGeom prst="rect">
            <a:avLst/>
          </a:prstGeom>
          <a:noFill/>
          <a:ln>
            <a:noFill/>
          </a:ln>
        </p:spPr>
        <p:txBody>
          <a:bodyPr anchorCtr="0" anchor="b" bIns="91400" lIns="91400" spcFirstLastPara="1" rIns="91400" wrap="square" tIns="91400">
            <a:noAutofit/>
          </a:bodyPr>
          <a:lstStyle/>
          <a:p>
            <a:pPr indent="0" lvl="0" marL="0" marR="0" rtl="0" algn="l">
              <a:lnSpc>
                <a:spcPct val="100000"/>
              </a:lnSpc>
              <a:spcBef>
                <a:spcPts val="0"/>
              </a:spcBef>
              <a:spcAft>
                <a:spcPts val="0"/>
              </a:spcAft>
              <a:buClr>
                <a:srgbClr val="FFFFFF"/>
              </a:buClr>
              <a:buSzPts val="3600"/>
              <a:buFont typeface="Open Sans"/>
              <a:buNone/>
            </a:pPr>
            <a:r>
              <a:rPr lang="en-US"/>
              <a:t>Resources for </a:t>
            </a:r>
            <a:r>
              <a:rPr b="0" i="0" lang="en-US" sz="3600" u="none" cap="none" strike="noStrike">
                <a:solidFill>
                  <a:srgbClr val="FFFFFF"/>
                </a:solidFill>
                <a:latin typeface="Open Sans"/>
                <a:ea typeface="Open Sans"/>
                <a:cs typeface="Open Sans"/>
                <a:sym typeface="Open Sans"/>
              </a:rPr>
              <a:t>IETF </a:t>
            </a:r>
            <a:r>
              <a:rPr lang="en-US"/>
              <a:t>126 Vienna</a:t>
            </a:r>
            <a:endParaRPr/>
          </a:p>
          <a:p>
            <a:pPr indent="0" lvl="0" marL="0" marR="0" rtl="0" algn="l">
              <a:lnSpc>
                <a:spcPct val="100000"/>
              </a:lnSpc>
              <a:spcBef>
                <a:spcPts val="0"/>
              </a:spcBef>
              <a:spcAft>
                <a:spcPts val="0"/>
              </a:spcAft>
              <a:buClr>
                <a:srgbClr val="FFFFFF"/>
              </a:buClr>
              <a:buSzPts val="3600"/>
              <a:buFont typeface="Open Sans"/>
              <a:buNone/>
            </a:pPr>
            <a:r>
              <a:t/>
            </a:r>
            <a:endParaRPr sz="2400">
              <a:solidFill>
                <a:srgbClr val="FFFFFF"/>
              </a:solidFill>
            </a:endParaRPr>
          </a:p>
        </p:txBody>
      </p:sp>
      <p:sp>
        <p:nvSpPr>
          <p:cNvPr id="146" name="Google Shape;146;p25"/>
          <p:cNvSpPr txBox="1"/>
          <p:nvPr>
            <p:ph idx="1" type="body"/>
          </p:nvPr>
        </p:nvSpPr>
        <p:spPr>
          <a:xfrm>
            <a:off x="471900" y="1919074"/>
            <a:ext cx="8222100" cy="2710200"/>
          </a:xfrm>
          <a:prstGeom prst="rect">
            <a:avLst/>
          </a:prstGeom>
          <a:noFill/>
          <a:ln>
            <a:noFill/>
          </a:ln>
        </p:spPr>
        <p:txBody>
          <a:bodyPr anchorCtr="0" anchor="t" bIns="91400" lIns="91400" spcFirstLastPara="1" rIns="91400" wrap="square" tIns="91400">
            <a:noAutofit/>
          </a:bodyPr>
          <a:lstStyle/>
          <a:p>
            <a:pPr indent="-342900" lvl="0" marL="457200" marR="0" rtl="0" algn="l">
              <a:lnSpc>
                <a:spcPct val="110000"/>
              </a:lnSpc>
              <a:spcBef>
                <a:spcPts val="300"/>
              </a:spcBef>
              <a:spcAft>
                <a:spcPts val="0"/>
              </a:spcAft>
              <a:buClr>
                <a:srgbClr val="000000"/>
              </a:buClr>
              <a:buSzPts val="1800"/>
              <a:buChar char="●"/>
            </a:pPr>
            <a:r>
              <a:rPr lang="en-US">
                <a:solidFill>
                  <a:srgbClr val="000000"/>
                </a:solidFill>
              </a:rPr>
              <a:t>Agenda</a:t>
            </a:r>
            <a:br>
              <a:rPr b="1" lang="en-US">
                <a:solidFill>
                  <a:srgbClr val="000000"/>
                </a:solidFill>
              </a:rPr>
            </a:br>
            <a:r>
              <a:rPr lang="en-US" u="sng">
                <a:solidFill>
                  <a:schemeClr val="hlink"/>
                </a:solidFill>
                <a:hlinkClick r:id="rId3"/>
              </a:rPr>
              <a:t>https://datatracker.ietf.org/meeting/agenda</a:t>
            </a:r>
            <a:r>
              <a:rPr lang="en-US">
                <a:solidFill>
                  <a:srgbClr val="000000"/>
                </a:solidFill>
              </a:rPr>
              <a:t> </a:t>
            </a:r>
            <a:endParaRPr>
              <a:solidFill>
                <a:srgbClr val="000000"/>
              </a:solidFill>
            </a:endParaRPr>
          </a:p>
          <a:p>
            <a:pPr indent="-342900" lvl="0" marL="457200" marR="0" rtl="0" algn="l">
              <a:lnSpc>
                <a:spcPct val="110000"/>
              </a:lnSpc>
              <a:spcBef>
                <a:spcPts val="0"/>
              </a:spcBef>
              <a:spcAft>
                <a:spcPts val="0"/>
              </a:spcAft>
              <a:buClr>
                <a:srgbClr val="000000"/>
              </a:buClr>
              <a:buSzPts val="1800"/>
              <a:buChar char="●"/>
            </a:pPr>
            <a:r>
              <a:rPr lang="en-US">
                <a:solidFill>
                  <a:srgbClr val="000000"/>
                </a:solidFill>
              </a:rPr>
              <a:t>Meetecho and other information:</a:t>
            </a:r>
            <a:br>
              <a:rPr lang="en-US">
                <a:solidFill>
                  <a:srgbClr val="000000"/>
                </a:solidFill>
              </a:rPr>
            </a:br>
            <a:r>
              <a:rPr lang="en-US" u="sng">
                <a:solidFill>
                  <a:schemeClr val="hlink"/>
                </a:solidFill>
                <a:hlinkClick r:id="rId4"/>
              </a:rPr>
              <a:t>https://www.ietf.org/meeting/preparation/</a:t>
            </a:r>
            <a:endParaRPr>
              <a:solidFill>
                <a:srgbClr val="000000"/>
              </a:solidFill>
            </a:endParaRPr>
          </a:p>
          <a:p>
            <a:pPr indent="-342900" lvl="0" marL="457200" marR="0" rtl="0" algn="l">
              <a:lnSpc>
                <a:spcPct val="110000"/>
              </a:lnSpc>
              <a:spcBef>
                <a:spcPts val="0"/>
              </a:spcBef>
              <a:spcAft>
                <a:spcPts val="0"/>
              </a:spcAft>
              <a:buClr>
                <a:srgbClr val="000000"/>
              </a:buClr>
              <a:buSzPts val="1800"/>
              <a:buChar char="●"/>
            </a:pPr>
            <a:r>
              <a:rPr lang="en-US">
                <a:solidFill>
                  <a:srgbClr val="000000"/>
                </a:solidFill>
              </a:rPr>
              <a:t>If you need technical assistance, see the Reporting Issues page:</a:t>
            </a:r>
            <a:br>
              <a:rPr lang="en-US">
                <a:solidFill>
                  <a:srgbClr val="000000"/>
                </a:solidFill>
              </a:rPr>
            </a:br>
            <a:r>
              <a:rPr lang="en-US" u="sng">
                <a:solidFill>
                  <a:schemeClr val="hlink"/>
                </a:solidFill>
                <a:hlinkClick r:id="rId5"/>
              </a:rPr>
              <a:t>https://www.ietf.org/meeting/issues/</a:t>
            </a:r>
            <a:endParaRPr>
              <a:solidFill>
                <a:srgbClr val="000000"/>
              </a:solidFill>
            </a:endParaRPr>
          </a:p>
        </p:txBody>
      </p:sp>
      <p:sp>
        <p:nvSpPr>
          <p:cNvPr id="147" name="Google Shape;147;p25"/>
          <p:cNvSpPr txBox="1"/>
          <p:nvPr>
            <p:ph idx="12" type="sldNum"/>
          </p:nvPr>
        </p:nvSpPr>
        <p:spPr>
          <a:xfrm>
            <a:off x="8735428" y="4724798"/>
            <a:ext cx="336900" cy="335400"/>
          </a:xfrm>
          <a:prstGeom prst="rect">
            <a:avLst/>
          </a:prstGeom>
          <a:noFill/>
          <a:ln>
            <a:noFill/>
          </a:ln>
        </p:spPr>
        <p:txBody>
          <a:bodyPr anchorCtr="0" anchor="ctr" bIns="91400" lIns="91400" spcFirstLastPara="1" rIns="91400" wrap="square" tIns="91400">
            <a:noAutofit/>
          </a:bodyPr>
          <a:lstStyle/>
          <a:p>
            <a:pPr indent="0" lvl="0" marL="0" rtl="0" algn="r">
              <a:spcBef>
                <a:spcPts val="0"/>
              </a:spcBef>
              <a:spcAft>
                <a:spcPts val="0"/>
              </a:spcAft>
              <a:buClr>
                <a:srgbClr val="737373"/>
              </a:buClr>
              <a:buSzPts val="1000"/>
              <a:buFont typeface="Roboto"/>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471900" y="218223"/>
            <a:ext cx="8222100" cy="1288200"/>
          </a:xfrm>
          <a:prstGeom prst="rect">
            <a:avLst/>
          </a:prstGeom>
          <a:noFill/>
          <a:ln>
            <a:noFill/>
          </a:ln>
        </p:spPr>
        <p:txBody>
          <a:bodyPr anchorCtr="0" anchor="b" bIns="91400" lIns="91400" spcFirstLastPara="1" rIns="91400" wrap="square" tIns="91400">
            <a:noAutofit/>
          </a:bodyPr>
          <a:lstStyle/>
          <a:p>
            <a:pPr indent="0" lvl="0" marL="0" marR="0" rtl="0" algn="l">
              <a:lnSpc>
                <a:spcPct val="100000"/>
              </a:lnSpc>
              <a:spcBef>
                <a:spcPts val="0"/>
              </a:spcBef>
              <a:spcAft>
                <a:spcPts val="0"/>
              </a:spcAft>
              <a:buClr>
                <a:srgbClr val="FFFFFF"/>
              </a:buClr>
              <a:buSzPts val="3600"/>
              <a:buFont typeface="Open Sans"/>
              <a:buNone/>
            </a:pPr>
            <a:r>
              <a:rPr lang="en-US"/>
              <a:t>ICCRG Admnistrativia</a:t>
            </a:r>
            <a:endParaRPr/>
          </a:p>
          <a:p>
            <a:pPr indent="0" lvl="0" marL="0" marR="0" rtl="0" algn="l">
              <a:lnSpc>
                <a:spcPct val="100000"/>
              </a:lnSpc>
              <a:spcBef>
                <a:spcPts val="0"/>
              </a:spcBef>
              <a:spcAft>
                <a:spcPts val="0"/>
              </a:spcAft>
              <a:buClr>
                <a:srgbClr val="FFFFFF"/>
              </a:buClr>
              <a:buSzPts val="3600"/>
              <a:buFont typeface="Open Sans"/>
              <a:buNone/>
            </a:pPr>
            <a:r>
              <a:t/>
            </a:r>
            <a:endParaRPr sz="2400">
              <a:solidFill>
                <a:srgbClr val="FFFFFF"/>
              </a:solidFill>
            </a:endParaRPr>
          </a:p>
        </p:txBody>
      </p:sp>
      <p:sp>
        <p:nvSpPr>
          <p:cNvPr id="153" name="Google Shape;153;p26"/>
          <p:cNvSpPr txBox="1"/>
          <p:nvPr>
            <p:ph idx="1" type="body"/>
          </p:nvPr>
        </p:nvSpPr>
        <p:spPr>
          <a:xfrm>
            <a:off x="471900" y="1919074"/>
            <a:ext cx="8222100" cy="2710200"/>
          </a:xfrm>
          <a:prstGeom prst="rect">
            <a:avLst/>
          </a:prstGeom>
          <a:noFill/>
          <a:ln>
            <a:noFill/>
          </a:ln>
        </p:spPr>
        <p:txBody>
          <a:bodyPr anchorCtr="0" anchor="t" bIns="91400" lIns="91400" spcFirstLastPara="1" rIns="91400" wrap="square" tIns="91400">
            <a:noAutofit/>
          </a:bodyPr>
          <a:lstStyle/>
          <a:p>
            <a:pPr indent="-342900" lvl="0" marL="457200" marR="0" rtl="0" algn="l">
              <a:lnSpc>
                <a:spcPct val="110000"/>
              </a:lnSpc>
              <a:spcBef>
                <a:spcPts val="300"/>
              </a:spcBef>
              <a:spcAft>
                <a:spcPts val="0"/>
              </a:spcAft>
              <a:buClr>
                <a:srgbClr val="000000"/>
              </a:buClr>
              <a:buSzPts val="1800"/>
              <a:buChar char="●"/>
            </a:pPr>
            <a:r>
              <a:rPr lang="en-US">
                <a:solidFill>
                  <a:srgbClr val="000000"/>
                </a:solidFill>
              </a:rPr>
              <a:t>IRTF RG on Information-Centric Networking</a:t>
            </a:r>
            <a:endParaRPr>
              <a:solidFill>
                <a:srgbClr val="000000"/>
              </a:solidFill>
            </a:endParaRPr>
          </a:p>
          <a:p>
            <a:pPr indent="-342900" lvl="0" marL="457200" marR="0" rtl="0" algn="l">
              <a:lnSpc>
                <a:spcPct val="110000"/>
              </a:lnSpc>
              <a:spcBef>
                <a:spcPts val="0"/>
              </a:spcBef>
              <a:spcAft>
                <a:spcPts val="0"/>
              </a:spcAft>
              <a:buClr>
                <a:srgbClr val="000000"/>
              </a:buClr>
              <a:buSzPts val="1800"/>
              <a:buChar char="●"/>
            </a:pPr>
            <a:r>
              <a:rPr lang="en-US">
                <a:solidFill>
                  <a:srgbClr val="000000"/>
                </a:solidFill>
              </a:rPr>
              <a:t>Mailing list: </a:t>
            </a:r>
            <a:r>
              <a:rPr lang="en-US" u="sng">
                <a:solidFill>
                  <a:schemeClr val="hlink"/>
                </a:solidFill>
                <a:hlinkClick r:id="rId3"/>
              </a:rPr>
              <a:t>iccrg@irtf.org</a:t>
            </a:r>
            <a:endParaRPr>
              <a:solidFill>
                <a:srgbClr val="000000"/>
              </a:solidFill>
            </a:endParaRPr>
          </a:p>
          <a:p>
            <a:pPr indent="-342900" lvl="0" marL="457200" marR="0" rtl="0" algn="l">
              <a:lnSpc>
                <a:spcPct val="110000"/>
              </a:lnSpc>
              <a:spcBef>
                <a:spcPts val="0"/>
              </a:spcBef>
              <a:spcAft>
                <a:spcPts val="0"/>
              </a:spcAft>
              <a:buClr>
                <a:srgbClr val="000000"/>
              </a:buClr>
              <a:buSzPts val="1800"/>
              <a:buChar char="●"/>
            </a:pPr>
            <a:r>
              <a:rPr lang="en-US">
                <a:solidFill>
                  <a:srgbClr val="000000"/>
                </a:solidFill>
              </a:rPr>
              <a:t>Web: </a:t>
            </a:r>
            <a:r>
              <a:rPr lang="en-US" u="sng">
                <a:solidFill>
                  <a:schemeClr val="hlink"/>
                </a:solidFill>
                <a:hlinkClick r:id="rId4"/>
              </a:rPr>
              <a:t>https://www.irtf.org/iccrg.html</a:t>
            </a:r>
            <a:endParaRPr>
              <a:solidFill>
                <a:srgbClr val="000000"/>
              </a:solidFill>
            </a:endParaRPr>
          </a:p>
          <a:p>
            <a:pPr indent="-342900" lvl="0" marL="457200" marR="0" rtl="0" algn="l">
              <a:lnSpc>
                <a:spcPct val="110000"/>
              </a:lnSpc>
              <a:spcBef>
                <a:spcPts val="0"/>
              </a:spcBef>
              <a:spcAft>
                <a:spcPts val="0"/>
              </a:spcAft>
              <a:buClr>
                <a:srgbClr val="000000"/>
              </a:buClr>
              <a:buSzPts val="1800"/>
              <a:buChar char="●"/>
            </a:pPr>
            <a:r>
              <a:rPr lang="en-US">
                <a:solidFill>
                  <a:srgbClr val="000000"/>
                </a:solidFill>
              </a:rPr>
              <a:t>Chairs:</a:t>
            </a:r>
            <a:endParaRPr>
              <a:solidFill>
                <a:srgbClr val="000000"/>
              </a:solidFill>
            </a:endParaRPr>
          </a:p>
          <a:p>
            <a:pPr indent="-342900" lvl="1" marL="914400" marR="0" rtl="0" algn="l">
              <a:lnSpc>
                <a:spcPct val="110000"/>
              </a:lnSpc>
              <a:spcBef>
                <a:spcPts val="0"/>
              </a:spcBef>
              <a:spcAft>
                <a:spcPts val="0"/>
              </a:spcAft>
              <a:buClr>
                <a:srgbClr val="000000"/>
              </a:buClr>
              <a:buSzPts val="1800"/>
              <a:buChar char="○"/>
            </a:pPr>
            <a:r>
              <a:rPr lang="en-US">
                <a:solidFill>
                  <a:srgbClr val="000000"/>
                </a:solidFill>
              </a:rPr>
              <a:t>Simone Ferlin-Reiter</a:t>
            </a:r>
            <a:endParaRPr>
              <a:solidFill>
                <a:srgbClr val="000000"/>
              </a:solidFill>
            </a:endParaRPr>
          </a:p>
          <a:p>
            <a:pPr indent="-342900" lvl="1" marL="914400" marR="0" rtl="0" algn="l">
              <a:lnSpc>
                <a:spcPct val="110000"/>
              </a:lnSpc>
              <a:spcBef>
                <a:spcPts val="0"/>
              </a:spcBef>
              <a:spcAft>
                <a:spcPts val="0"/>
              </a:spcAft>
              <a:buClr>
                <a:srgbClr val="000000"/>
              </a:buClr>
              <a:buSzPts val="1800"/>
              <a:buChar char="○"/>
            </a:pPr>
            <a:r>
              <a:rPr lang="en-US">
                <a:solidFill>
                  <a:srgbClr val="000000"/>
                </a:solidFill>
              </a:rPr>
              <a:t>Reese Enghardt </a:t>
            </a:r>
            <a:endParaRPr>
              <a:solidFill>
                <a:srgbClr val="000000"/>
              </a:solidFill>
            </a:endParaRPr>
          </a:p>
          <a:p>
            <a:pPr indent="-342900" lvl="1" marL="914400" marR="0" rtl="0" algn="l">
              <a:lnSpc>
                <a:spcPct val="110000"/>
              </a:lnSpc>
              <a:spcBef>
                <a:spcPts val="0"/>
              </a:spcBef>
              <a:spcAft>
                <a:spcPts val="0"/>
              </a:spcAft>
              <a:buClr>
                <a:srgbClr val="000000"/>
              </a:buClr>
              <a:buSzPts val="1800"/>
              <a:buChar char="○"/>
            </a:pPr>
            <a:r>
              <a:rPr lang="en-US">
                <a:solidFill>
                  <a:srgbClr val="000000"/>
                </a:solidFill>
              </a:rPr>
              <a:t>Vidhi Goel</a:t>
            </a:r>
            <a:endParaRPr>
              <a:solidFill>
                <a:srgbClr val="000000"/>
              </a:solidFill>
            </a:endParaRPr>
          </a:p>
          <a:p>
            <a:pPr indent="-342900" lvl="0" marL="457200" marR="0" rtl="0" algn="l">
              <a:lnSpc>
                <a:spcPct val="110000"/>
              </a:lnSpc>
              <a:spcBef>
                <a:spcPts val="0"/>
              </a:spcBef>
              <a:spcAft>
                <a:spcPts val="0"/>
              </a:spcAft>
              <a:buClr>
                <a:srgbClr val="000000"/>
              </a:buClr>
              <a:buSzPts val="1800"/>
              <a:buChar char="●"/>
            </a:pPr>
            <a:r>
              <a:rPr lang="en-US">
                <a:solidFill>
                  <a:srgbClr val="000000"/>
                </a:solidFill>
              </a:rPr>
              <a:t>This meeting</a:t>
            </a:r>
            <a:endParaRPr>
              <a:solidFill>
                <a:srgbClr val="000000"/>
              </a:solidFill>
            </a:endParaRPr>
          </a:p>
          <a:p>
            <a:pPr indent="-342900" lvl="1" marL="914400" marR="0" rtl="0" algn="l">
              <a:lnSpc>
                <a:spcPct val="110000"/>
              </a:lnSpc>
              <a:spcBef>
                <a:spcPts val="0"/>
              </a:spcBef>
              <a:spcAft>
                <a:spcPts val="0"/>
              </a:spcAft>
              <a:buClr>
                <a:srgbClr val="000000"/>
              </a:buClr>
              <a:buSzPts val="1800"/>
              <a:buChar char="○"/>
            </a:pPr>
            <a:r>
              <a:rPr lang="en-US">
                <a:solidFill>
                  <a:srgbClr val="000000"/>
                </a:solidFill>
              </a:rPr>
              <a:t>Note taker: </a:t>
            </a:r>
            <a:r>
              <a:rPr lang="en-US">
                <a:solidFill>
                  <a:srgbClr val="000000"/>
                </a:solidFill>
              </a:rPr>
              <a:t>(TBD)</a:t>
            </a:r>
            <a:endParaRPr>
              <a:solidFill>
                <a:srgbClr val="000000"/>
              </a:solidFill>
            </a:endParaRPr>
          </a:p>
        </p:txBody>
      </p:sp>
      <p:sp>
        <p:nvSpPr>
          <p:cNvPr id="154" name="Google Shape;154;p26"/>
          <p:cNvSpPr txBox="1"/>
          <p:nvPr>
            <p:ph idx="12" type="sldNum"/>
          </p:nvPr>
        </p:nvSpPr>
        <p:spPr>
          <a:xfrm>
            <a:off x="8735428" y="4724798"/>
            <a:ext cx="336900" cy="335400"/>
          </a:xfrm>
          <a:prstGeom prst="rect">
            <a:avLst/>
          </a:prstGeom>
          <a:noFill/>
          <a:ln>
            <a:noFill/>
          </a:ln>
        </p:spPr>
        <p:txBody>
          <a:bodyPr anchorCtr="0" anchor="ctr" bIns="91400" lIns="91400" spcFirstLastPara="1" rIns="91400" wrap="square" tIns="91400">
            <a:noAutofit/>
          </a:bodyPr>
          <a:lstStyle/>
          <a:p>
            <a:pPr indent="0" lvl="0" marL="0" rtl="0" algn="r">
              <a:spcBef>
                <a:spcPts val="0"/>
              </a:spcBef>
              <a:spcAft>
                <a:spcPts val="0"/>
              </a:spcAft>
              <a:buClr>
                <a:srgbClr val="737373"/>
              </a:buClr>
              <a:buSzPts val="1000"/>
              <a:buFont typeface="Roboto"/>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nvSpPr>
        <p:spPr>
          <a:xfrm>
            <a:off x="311700" y="740175"/>
            <a:ext cx="8561400" cy="4100700"/>
          </a:xfrm>
          <a:prstGeom prst="rect">
            <a:avLst/>
          </a:prstGeom>
          <a:noFill/>
          <a:ln>
            <a:noFill/>
          </a:ln>
        </p:spPr>
        <p:txBody>
          <a:bodyPr anchorCtr="0" anchor="t" bIns="45700" lIns="91400" spcFirstLastPara="1" rIns="91400" wrap="square" tIns="45700">
            <a:noAutofit/>
          </a:bodyPr>
          <a:lstStyle/>
          <a:p>
            <a:pPr indent="0" lvl="0" marL="0" rtl="0" algn="l">
              <a:lnSpc>
                <a:spcPct val="115000"/>
              </a:lnSpc>
              <a:spcBef>
                <a:spcPts val="0"/>
              </a:spcBef>
              <a:spcAft>
                <a:spcPts val="1000"/>
              </a:spcAft>
              <a:buNone/>
            </a:pPr>
            <a:r>
              <a:t/>
            </a:r>
            <a:endParaRPr sz="1200">
              <a:solidFill>
                <a:srgbClr val="434343"/>
              </a:solidFill>
              <a:latin typeface="Inter"/>
              <a:ea typeface="Inter"/>
              <a:cs typeface="Inter"/>
              <a:sym typeface="Inter"/>
            </a:endParaRPr>
          </a:p>
        </p:txBody>
      </p:sp>
      <p:sp>
        <p:nvSpPr>
          <p:cNvPr id="160" name="Google Shape;160;p27"/>
          <p:cNvSpPr txBox="1"/>
          <p:nvPr>
            <p:ph type="title"/>
          </p:nvPr>
        </p:nvSpPr>
        <p:spPr>
          <a:xfrm>
            <a:off x="401925" y="16350"/>
            <a:ext cx="8523000" cy="602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Agenda</a:t>
            </a:r>
            <a:endParaRPr i="0" sz="2400" u="none" cap="none" strike="noStrike">
              <a:solidFill>
                <a:schemeClr val="lt1"/>
              </a:solidFill>
              <a:latin typeface="Inter"/>
              <a:ea typeface="Inter"/>
              <a:cs typeface="Inter"/>
              <a:sym typeface="Inter"/>
            </a:endParaRPr>
          </a:p>
        </p:txBody>
      </p:sp>
      <p:sp>
        <p:nvSpPr>
          <p:cNvPr id="161" name="Google Shape;161;p27"/>
          <p:cNvSpPr txBox="1"/>
          <p:nvPr/>
        </p:nvSpPr>
        <p:spPr>
          <a:xfrm>
            <a:off x="311700" y="890825"/>
            <a:ext cx="8408400" cy="3737700"/>
          </a:xfrm>
          <a:prstGeom prst="rect">
            <a:avLst/>
          </a:prstGeom>
          <a:noFill/>
          <a:ln>
            <a:noFill/>
          </a:ln>
        </p:spPr>
        <p:txBody>
          <a:bodyPr anchorCtr="0" anchor="t" bIns="45700" lIns="91400" spcFirstLastPara="1" rIns="91400" wrap="square" tIns="45700">
            <a:noAutofit/>
          </a:bodyPr>
          <a:lstStyle/>
          <a:p>
            <a:pPr indent="-298450" lvl="0" marL="457200" rtl="0" algn="l">
              <a:lnSpc>
                <a:spcPct val="115000"/>
              </a:lnSpc>
              <a:spcBef>
                <a:spcPts val="0"/>
              </a:spcBef>
              <a:spcAft>
                <a:spcPts val="0"/>
              </a:spcAft>
              <a:buSzPts val="1100"/>
              <a:buFont typeface="Inter"/>
              <a:buChar char="●"/>
            </a:pPr>
            <a:r>
              <a:rPr lang="en-US" sz="1100">
                <a:latin typeface="Inter"/>
                <a:ea typeface="Inter"/>
                <a:cs typeface="Inter"/>
                <a:sym typeface="Inter"/>
              </a:rPr>
              <a:t>Chair slides &amp; Hackathon update</a:t>
            </a:r>
            <a:br>
              <a:rPr lang="en-US" sz="1100">
                <a:latin typeface="Inter"/>
                <a:ea typeface="Inter"/>
                <a:cs typeface="Inter"/>
                <a:sym typeface="Inter"/>
              </a:rPr>
            </a:br>
            <a:r>
              <a:rPr lang="en-US" sz="1100">
                <a:latin typeface="Inter"/>
                <a:ea typeface="Inter"/>
                <a:cs typeface="Inter"/>
                <a:sym typeface="Inter"/>
              </a:rPr>
              <a:t>Chairs					5 minutes</a:t>
            </a:r>
            <a:br>
              <a:rPr lang="en-US" sz="1100">
                <a:latin typeface="Inter"/>
                <a:ea typeface="Inter"/>
                <a:cs typeface="Inter"/>
                <a:sym typeface="Inter"/>
              </a:rPr>
            </a:br>
            <a:endParaRPr sz="1100">
              <a:latin typeface="Inter"/>
              <a:ea typeface="Inter"/>
              <a:cs typeface="Inter"/>
              <a:sym typeface="Inter"/>
            </a:endParaRPr>
          </a:p>
          <a:p>
            <a:pPr indent="-298450" lvl="0" marL="457200" rtl="0" algn="l">
              <a:lnSpc>
                <a:spcPct val="115000"/>
              </a:lnSpc>
              <a:spcBef>
                <a:spcPts val="0"/>
              </a:spcBef>
              <a:spcAft>
                <a:spcPts val="0"/>
              </a:spcAft>
              <a:buSzPts val="1100"/>
              <a:buFont typeface="Inter"/>
              <a:buChar char="●"/>
            </a:pPr>
            <a:r>
              <a:rPr lang="en-US" sz="1100">
                <a:latin typeface="Inter"/>
                <a:ea typeface="Inter"/>
                <a:cs typeface="Inter"/>
                <a:sym typeface="Inter"/>
              </a:rPr>
              <a:t>Pacing in Transport Protocols, </a:t>
            </a:r>
            <a:r>
              <a:rPr lang="en-US" sz="1100" u="sng">
                <a:solidFill>
                  <a:schemeClr val="hlink"/>
                </a:solidFill>
                <a:latin typeface="Inter"/>
                <a:ea typeface="Inter"/>
                <a:cs typeface="Inter"/>
                <a:sym typeface="Inter"/>
                <a:hlinkClick r:id="rId3"/>
              </a:rPr>
              <a:t>draft-irtf-iccrg-pacing</a:t>
            </a:r>
            <a:br>
              <a:rPr lang="en-US" sz="1100">
                <a:latin typeface="Inter"/>
                <a:ea typeface="Inter"/>
                <a:cs typeface="Inter"/>
                <a:sym typeface="Inter"/>
              </a:rPr>
            </a:br>
            <a:r>
              <a:rPr lang="en-US" sz="1100">
                <a:latin typeface="Inter"/>
                <a:ea typeface="Inter"/>
                <a:cs typeface="Inter"/>
                <a:sym typeface="Inter"/>
              </a:rPr>
              <a:t>Michael Welzl		on-site	5 minutes</a:t>
            </a:r>
            <a:br>
              <a:rPr lang="en-US" sz="1100">
                <a:latin typeface="Inter"/>
                <a:ea typeface="Inter"/>
                <a:cs typeface="Inter"/>
                <a:sym typeface="Inter"/>
              </a:rPr>
            </a:br>
            <a:endParaRPr sz="1100">
              <a:latin typeface="Inter"/>
              <a:ea typeface="Inter"/>
              <a:cs typeface="Inter"/>
              <a:sym typeface="Inter"/>
            </a:endParaRPr>
          </a:p>
          <a:p>
            <a:pPr indent="-298450" lvl="0" marL="457200" rtl="0" algn="l">
              <a:lnSpc>
                <a:spcPct val="115000"/>
              </a:lnSpc>
              <a:spcBef>
                <a:spcPts val="0"/>
              </a:spcBef>
              <a:spcAft>
                <a:spcPts val="0"/>
              </a:spcAft>
              <a:buSzPts val="1100"/>
              <a:buFont typeface="Inter"/>
              <a:buChar char="●"/>
            </a:pPr>
            <a:r>
              <a:rPr lang="en-US" sz="1100">
                <a:latin typeface="Inter"/>
                <a:ea typeface="Inter"/>
                <a:cs typeface="Inter"/>
                <a:sym typeface="Inter"/>
              </a:rPr>
              <a:t>Windowless Cumulative ACK Extension for RDMA Retransmission, </a:t>
            </a:r>
            <a:r>
              <a:rPr lang="en-US" sz="1100" u="sng">
                <a:solidFill>
                  <a:schemeClr val="hlink"/>
                </a:solidFill>
                <a:latin typeface="Inter"/>
                <a:ea typeface="Inter"/>
                <a:cs typeface="Inter"/>
                <a:sym typeface="Inter"/>
                <a:hlinkClick r:id="rId4"/>
              </a:rPr>
              <a:t>draft-chen-rdma-windowless-ack</a:t>
            </a:r>
            <a:br>
              <a:rPr lang="en-US" sz="1100">
                <a:latin typeface="Inter"/>
                <a:ea typeface="Inter"/>
                <a:cs typeface="Inter"/>
                <a:sym typeface="Inter"/>
              </a:rPr>
            </a:br>
            <a:r>
              <a:rPr lang="en-US" sz="1100">
                <a:latin typeface="Inter"/>
                <a:ea typeface="Inter"/>
                <a:cs typeface="Inter"/>
                <a:sym typeface="Inter"/>
              </a:rPr>
              <a:t>Danyang Chen	remote	5 minutes</a:t>
            </a:r>
            <a:br>
              <a:rPr lang="en-US" sz="1100">
                <a:latin typeface="Inter"/>
                <a:ea typeface="Inter"/>
                <a:cs typeface="Inter"/>
                <a:sym typeface="Inter"/>
              </a:rPr>
            </a:br>
            <a:endParaRPr sz="1100">
              <a:latin typeface="Inter"/>
              <a:ea typeface="Inter"/>
              <a:cs typeface="Inter"/>
              <a:sym typeface="Inter"/>
            </a:endParaRPr>
          </a:p>
          <a:p>
            <a:pPr indent="-298450" lvl="0" marL="457200" rtl="0" algn="l">
              <a:lnSpc>
                <a:spcPct val="115000"/>
              </a:lnSpc>
              <a:spcBef>
                <a:spcPts val="0"/>
              </a:spcBef>
              <a:spcAft>
                <a:spcPts val="0"/>
              </a:spcAft>
              <a:buSzPts val="1100"/>
              <a:buFont typeface="Inter"/>
              <a:buChar char="●"/>
            </a:pPr>
            <a:r>
              <a:rPr lang="en-US" sz="1100">
                <a:latin typeface="Inter"/>
                <a:ea typeface="Inter"/>
                <a:cs typeface="Inter"/>
                <a:sym typeface="Inter"/>
              </a:rPr>
              <a:t>Testing Congestion Control and Queue Management Mechanisms</a:t>
            </a:r>
            <a:br>
              <a:rPr lang="en-US" sz="1100">
                <a:latin typeface="Inter"/>
                <a:ea typeface="Inter"/>
                <a:cs typeface="Inter"/>
                <a:sym typeface="Inter"/>
              </a:rPr>
            </a:br>
            <a:r>
              <a:rPr lang="en-US" sz="1100">
                <a:latin typeface="Inter"/>
                <a:ea typeface="Inter"/>
                <a:cs typeface="Inter"/>
                <a:sym typeface="Inter"/>
              </a:rPr>
              <a:t>Mohit Tahiliani	on-site	15 minutes</a:t>
            </a:r>
            <a:br>
              <a:rPr lang="en-US" sz="1100">
                <a:latin typeface="Inter"/>
                <a:ea typeface="Inter"/>
                <a:cs typeface="Inter"/>
                <a:sym typeface="Inter"/>
              </a:rPr>
            </a:br>
            <a:endParaRPr sz="1100">
              <a:latin typeface="Inter"/>
              <a:ea typeface="Inter"/>
              <a:cs typeface="Inter"/>
              <a:sym typeface="Inter"/>
            </a:endParaRPr>
          </a:p>
          <a:p>
            <a:pPr indent="-298450" lvl="0" marL="457200" rtl="0" algn="l">
              <a:lnSpc>
                <a:spcPct val="115000"/>
              </a:lnSpc>
              <a:spcBef>
                <a:spcPts val="0"/>
              </a:spcBef>
              <a:spcAft>
                <a:spcPts val="0"/>
              </a:spcAft>
              <a:buSzPts val="1100"/>
              <a:buFont typeface="Inter"/>
              <a:buChar char="●"/>
            </a:pPr>
            <a:r>
              <a:rPr lang="en-US" sz="1100">
                <a:latin typeface="Inter"/>
                <a:ea typeface="Inter"/>
                <a:cs typeface="Inter"/>
                <a:sym typeface="Inter"/>
              </a:rPr>
              <a:t>Using Little’s law queueing theoretic approach as congestion window update</a:t>
            </a:r>
            <a:br>
              <a:rPr lang="en-US" sz="1100">
                <a:latin typeface="Inter"/>
                <a:ea typeface="Inter"/>
                <a:cs typeface="Inter"/>
                <a:sym typeface="Inter"/>
              </a:rPr>
            </a:br>
            <a:r>
              <a:rPr lang="en-US" sz="1100">
                <a:latin typeface="Inter"/>
                <a:ea typeface="Inter"/>
                <a:cs typeface="Inter"/>
                <a:sym typeface="Inter"/>
              </a:rPr>
              <a:t>Dumisa Ngwenya	on-site	20 minutes</a:t>
            </a:r>
            <a:br>
              <a:rPr lang="en-US" sz="1100">
                <a:latin typeface="Inter"/>
                <a:ea typeface="Inter"/>
                <a:cs typeface="Inter"/>
                <a:sym typeface="Inter"/>
              </a:rPr>
            </a:br>
            <a:endParaRPr sz="1100">
              <a:latin typeface="Inter"/>
              <a:ea typeface="Inter"/>
              <a:cs typeface="Inter"/>
              <a:sym typeface="Inter"/>
            </a:endParaRPr>
          </a:p>
          <a:p>
            <a:pPr indent="-298450" lvl="0" marL="457200" rtl="0" algn="l">
              <a:lnSpc>
                <a:spcPct val="115000"/>
              </a:lnSpc>
              <a:spcBef>
                <a:spcPts val="0"/>
              </a:spcBef>
              <a:spcAft>
                <a:spcPts val="0"/>
              </a:spcAft>
              <a:buSzPts val="1100"/>
              <a:buFont typeface="Inter"/>
              <a:buChar char="●"/>
            </a:pPr>
            <a:r>
              <a:rPr lang="en-US" sz="1100">
                <a:latin typeface="Inter"/>
                <a:ea typeface="Inter"/>
                <a:cs typeface="Inter"/>
                <a:sym typeface="Inter"/>
              </a:rPr>
              <a:t>MOONCAKE: trading more storage for less computation - a KVCache-centric architecture for serving LLM chatbot</a:t>
            </a:r>
            <a:br>
              <a:rPr lang="en-US" sz="1100">
                <a:latin typeface="Inter"/>
                <a:ea typeface="Inter"/>
                <a:cs typeface="Inter"/>
                <a:sym typeface="Inter"/>
              </a:rPr>
            </a:br>
            <a:r>
              <a:rPr lang="en-US" sz="1100">
                <a:latin typeface="Inter"/>
                <a:ea typeface="Inter"/>
                <a:cs typeface="Inter"/>
                <a:sym typeface="Inter"/>
              </a:rPr>
              <a:t>Mingxing Zhang	remote	30 minutes</a:t>
            </a:r>
            <a:br>
              <a:rPr lang="en-US" sz="1100">
                <a:latin typeface="Inter"/>
                <a:ea typeface="Inter"/>
                <a:cs typeface="Inter"/>
                <a:sym typeface="Inter"/>
              </a:rPr>
            </a:br>
            <a:endParaRPr sz="1100">
              <a:latin typeface="Inter"/>
              <a:ea typeface="Inter"/>
              <a:cs typeface="Inter"/>
              <a:sym typeface="Inter"/>
            </a:endParaRPr>
          </a:p>
          <a:p>
            <a:pPr indent="-298450" lvl="0" marL="457200" rtl="0" algn="l">
              <a:lnSpc>
                <a:spcPct val="115000"/>
              </a:lnSpc>
              <a:spcBef>
                <a:spcPts val="0"/>
              </a:spcBef>
              <a:spcAft>
                <a:spcPts val="0"/>
              </a:spcAft>
              <a:buSzPts val="1100"/>
              <a:buFont typeface="Inter"/>
              <a:buChar char="●"/>
            </a:pPr>
            <a:r>
              <a:rPr lang="en-US" sz="1100">
                <a:latin typeface="Inter"/>
                <a:ea typeface="Inter"/>
                <a:cs typeface="Inter"/>
                <a:sym typeface="Inter"/>
              </a:rPr>
              <a:t>Managing Congestion Control Heterogeneity on the Internet with Approximate Performance Isolation</a:t>
            </a:r>
            <a:br>
              <a:rPr lang="en-US" sz="1100">
                <a:latin typeface="Inter"/>
                <a:ea typeface="Inter"/>
                <a:cs typeface="Inter"/>
                <a:sym typeface="Inter"/>
              </a:rPr>
            </a:br>
            <a:r>
              <a:rPr lang="en-US" sz="1100">
                <a:latin typeface="Inter"/>
                <a:ea typeface="Inter"/>
                <a:cs typeface="Inter"/>
                <a:sym typeface="Inter"/>
              </a:rPr>
              <a:t>Ayush Mishra		on-site	20 minutes</a:t>
            </a:r>
            <a:endParaRPr sz="1100">
              <a:latin typeface="Inter"/>
              <a:ea typeface="Inter"/>
              <a:cs typeface="Inter"/>
              <a:sym typeface="Inte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nvSpPr>
        <p:spPr>
          <a:xfrm>
            <a:off x="311700" y="740175"/>
            <a:ext cx="8561400" cy="4100700"/>
          </a:xfrm>
          <a:prstGeom prst="rect">
            <a:avLst/>
          </a:prstGeom>
          <a:noFill/>
          <a:ln>
            <a:noFill/>
          </a:ln>
        </p:spPr>
        <p:txBody>
          <a:bodyPr anchorCtr="0" anchor="t" bIns="45700" lIns="91400" spcFirstLastPara="1" rIns="91400" wrap="square" tIns="45700">
            <a:noAutofit/>
          </a:bodyPr>
          <a:lstStyle/>
          <a:p>
            <a:pPr indent="0" lvl="0" marL="0" rtl="0" algn="l">
              <a:lnSpc>
                <a:spcPct val="115000"/>
              </a:lnSpc>
              <a:spcBef>
                <a:spcPts val="0"/>
              </a:spcBef>
              <a:spcAft>
                <a:spcPts val="1000"/>
              </a:spcAft>
              <a:buNone/>
            </a:pPr>
            <a:r>
              <a:t/>
            </a:r>
            <a:endParaRPr sz="1200">
              <a:solidFill>
                <a:srgbClr val="434343"/>
              </a:solidFill>
              <a:latin typeface="Inter"/>
              <a:ea typeface="Inter"/>
              <a:cs typeface="Inter"/>
              <a:sym typeface="Inter"/>
            </a:endParaRPr>
          </a:p>
        </p:txBody>
      </p:sp>
      <p:sp>
        <p:nvSpPr>
          <p:cNvPr id="167" name="Google Shape;167;p28"/>
          <p:cNvSpPr txBox="1"/>
          <p:nvPr>
            <p:ph type="title"/>
          </p:nvPr>
        </p:nvSpPr>
        <p:spPr>
          <a:xfrm>
            <a:off x="401925" y="16350"/>
            <a:ext cx="8523000" cy="602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Status: Active drafts</a:t>
            </a:r>
            <a:endParaRPr i="0" sz="2400" u="none" cap="none" strike="noStrike">
              <a:solidFill>
                <a:schemeClr val="lt1"/>
              </a:solidFill>
              <a:latin typeface="Inter"/>
              <a:ea typeface="Inter"/>
              <a:cs typeface="Inter"/>
              <a:sym typeface="Inter"/>
            </a:endParaRPr>
          </a:p>
        </p:txBody>
      </p:sp>
      <p:pic>
        <p:nvPicPr>
          <p:cNvPr id="168" name="Google Shape;168;p28"/>
          <p:cNvPicPr preferRelativeResize="0"/>
          <p:nvPr/>
        </p:nvPicPr>
        <p:blipFill>
          <a:blip r:embed="rId3">
            <a:alphaModFix/>
          </a:blip>
          <a:stretch>
            <a:fillRect/>
          </a:stretch>
        </p:blipFill>
        <p:spPr>
          <a:xfrm>
            <a:off x="346090" y="1955600"/>
            <a:ext cx="8447524" cy="1138425"/>
          </a:xfrm>
          <a:prstGeom prst="rect">
            <a:avLst/>
          </a:prstGeom>
          <a:noFill/>
          <a:ln>
            <a:noFill/>
          </a:ln>
        </p:spPr>
      </p:pic>
      <p:sp>
        <p:nvSpPr>
          <p:cNvPr id="169" name="Google Shape;169;p28"/>
          <p:cNvSpPr/>
          <p:nvPr/>
        </p:nvSpPr>
        <p:spPr>
          <a:xfrm>
            <a:off x="3992675" y="3547525"/>
            <a:ext cx="2011500" cy="602700"/>
          </a:xfrm>
          <a:prstGeom prst="wedgeEllipseCallout">
            <a:avLst>
              <a:gd fmla="val 98967" name="adj1"/>
              <a:gd fmla="val -149656" name="adj2"/>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latin typeface="Montserrat"/>
                <a:ea typeface="Montserrat"/>
                <a:cs typeface="Montserrat"/>
                <a:sym typeface="Montserrat"/>
              </a:rPr>
              <a:t>Entered the RFC publication queue</a:t>
            </a:r>
            <a:endParaRPr b="1" sz="900">
              <a:latin typeface="Montserrat"/>
              <a:ea typeface="Montserrat"/>
              <a:cs typeface="Montserrat"/>
              <a:sym typeface="Montserra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